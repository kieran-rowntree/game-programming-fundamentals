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21.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0" r:id="rId4"/>
    <p:sldMasterId id="2147483671" r:id="rId5"/>
  </p:sldMasterIdLst>
  <p:notesMasterIdLst>
    <p:notesMasterId r:id="rId6"/>
  </p:notesMasterIdLst>
  <p:sldIdLst>
    <p:sldId id="256" r:id="rId7"/>
    <p:sldId id="257" r:id="rId8"/>
    <p:sldId id="258" r:id="rId9"/>
    <p:sldId id="259" r:id="rId10"/>
  </p:sldIdLst>
  <p:sldSz cy="5143500" cx="9144000"/>
  <p:notesSz cx="6858000" cy="9144000"/>
  <p:embeddedFontLst>
    <p:embeddedFont>
      <p:font typeface="Play"/>
      <p:regular r:id="rId11"/>
      <p:bold r:id="rId1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11" Type="http://schemas.openxmlformats.org/officeDocument/2006/relationships/font" Target="fonts/Play-regular.fntdata"/><Relationship Id="rId10" Type="http://schemas.openxmlformats.org/officeDocument/2006/relationships/slide" Target="slides/slide4.xml"/><Relationship Id="rId12" Type="http://schemas.openxmlformats.org/officeDocument/2006/relationships/font" Target="fonts/Play-bold.fntdata"/><Relationship Id="rId9" Type="http://schemas.openxmlformats.org/officeDocument/2006/relationships/slide" Target="slides/slide3.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27" name="Google Shape;127;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33" name="Google Shape;133;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p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1" name="Google Shape;141;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8" name="Google Shape;148;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 name="Shape 11"/>
        <p:cNvGrpSpPr/>
        <p:nvPr/>
      </p:nvGrpSpPr>
      <p:grpSpPr>
        <a:xfrm>
          <a:off x="0" y="0"/>
          <a:ext cx="0" cy="0"/>
          <a:chOff x="0" y="0"/>
          <a:chExt cx="0" cy="0"/>
        </a:xfrm>
      </p:grpSpPr>
      <p:sp>
        <p:nvSpPr>
          <p:cNvPr id="12" name="Google Shape;12;p2"/>
          <p:cNvSpPr txBox="1"/>
          <p:nvPr>
            <p:ph type="ctrTitle"/>
          </p:nvPr>
        </p:nvSpPr>
        <p:spPr>
          <a:xfrm>
            <a:off x="1143000" y="841772"/>
            <a:ext cx="6858000" cy="1790700"/>
          </a:xfrm>
          <a:prstGeom prst="rect">
            <a:avLst/>
          </a:prstGeom>
          <a:noFill/>
          <a:ln>
            <a:noFill/>
          </a:ln>
        </p:spPr>
        <p:txBody>
          <a:bodyPr anchorCtr="0" anchor="b" bIns="34275" lIns="68575" spcFirstLastPara="1" rIns="68575" wrap="square" tIns="34275">
            <a:normAutofit/>
          </a:bodyPr>
          <a:lstStyle>
            <a:lvl1pPr lvl="0" algn="ctr">
              <a:lnSpc>
                <a:spcPct val="90000"/>
              </a:lnSpc>
              <a:spcBef>
                <a:spcPts val="0"/>
              </a:spcBef>
              <a:spcAft>
                <a:spcPts val="0"/>
              </a:spcAft>
              <a:buClr>
                <a:schemeClr val="dk1"/>
              </a:buClr>
              <a:buSzPts val="4500"/>
              <a:buFont typeface="Play"/>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 name="Google Shape;13;p2"/>
          <p:cNvSpPr txBox="1"/>
          <p:nvPr>
            <p:ph idx="1" type="subTitle"/>
          </p:nvPr>
        </p:nvSpPr>
        <p:spPr>
          <a:xfrm>
            <a:off x="1143000" y="2701528"/>
            <a:ext cx="6858000" cy="1241821"/>
          </a:xfrm>
          <a:prstGeom prst="rect">
            <a:avLst/>
          </a:prstGeom>
          <a:noFill/>
          <a:ln>
            <a:noFill/>
          </a:ln>
        </p:spPr>
        <p:txBody>
          <a:bodyPr anchorCtr="0" anchor="t" bIns="34275" lIns="68575" spcFirstLastPara="1" rIns="68575" wrap="square" tIns="34275">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14" name="Google Shape;14;p2"/>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5" name="Google Shape;15;p2"/>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6" name="Google Shape;16;p2"/>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7" name="Shape 17"/>
        <p:cNvGrpSpPr/>
        <p:nvPr/>
      </p:nvGrpSpPr>
      <p:grpSpPr>
        <a:xfrm>
          <a:off x="0" y="0"/>
          <a:ext cx="0" cy="0"/>
          <a:chOff x="0" y="0"/>
          <a:chExt cx="0" cy="0"/>
        </a:xfrm>
      </p:grpSpPr>
      <p:sp>
        <p:nvSpPr>
          <p:cNvPr id="18" name="Google Shape;18;p3"/>
          <p:cNvSpPr txBox="1"/>
          <p:nvPr>
            <p:ph type="title"/>
          </p:nvPr>
        </p:nvSpPr>
        <p:spPr>
          <a:xfrm>
            <a:off x="628650" y="273844"/>
            <a:ext cx="7886700" cy="994172"/>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9" name="Google Shape;19;p3"/>
          <p:cNvSpPr txBox="1"/>
          <p:nvPr>
            <p:ph idx="1" type="body"/>
          </p:nvPr>
        </p:nvSpPr>
        <p:spPr>
          <a:xfrm>
            <a:off x="628650" y="1369219"/>
            <a:ext cx="7886700" cy="3263504"/>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20" name="Google Shape;20;p3"/>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1" name="Google Shape;21;p3"/>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2" name="Google Shape;22;p3"/>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3" name="Shape 23"/>
        <p:cNvGrpSpPr/>
        <p:nvPr/>
      </p:nvGrpSpPr>
      <p:grpSpPr>
        <a:xfrm>
          <a:off x="0" y="0"/>
          <a:ext cx="0" cy="0"/>
          <a:chOff x="0" y="0"/>
          <a:chExt cx="0" cy="0"/>
        </a:xfrm>
      </p:grpSpPr>
      <p:sp>
        <p:nvSpPr>
          <p:cNvPr id="24" name="Google Shape;24;p4"/>
          <p:cNvSpPr txBox="1"/>
          <p:nvPr>
            <p:ph type="title"/>
          </p:nvPr>
        </p:nvSpPr>
        <p:spPr>
          <a:xfrm>
            <a:off x="623888" y="1282304"/>
            <a:ext cx="7886700" cy="2139553"/>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4500"/>
              <a:buFont typeface="Play"/>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5" name="Google Shape;25;p4"/>
          <p:cNvSpPr txBox="1"/>
          <p:nvPr>
            <p:ph idx="1" type="body"/>
          </p:nvPr>
        </p:nvSpPr>
        <p:spPr>
          <a:xfrm>
            <a:off x="623888" y="3442097"/>
            <a:ext cx="7886700" cy="112514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rgbClr val="757575"/>
              </a:buClr>
              <a:buSzPts val="1800"/>
              <a:buNone/>
              <a:defRPr sz="1800">
                <a:solidFill>
                  <a:srgbClr val="757575"/>
                </a:solidFill>
              </a:defRPr>
            </a:lvl1pPr>
            <a:lvl2pPr indent="-228600" lvl="1" marL="914400" algn="l">
              <a:lnSpc>
                <a:spcPct val="90000"/>
              </a:lnSpc>
              <a:spcBef>
                <a:spcPts val="400"/>
              </a:spcBef>
              <a:spcAft>
                <a:spcPts val="0"/>
              </a:spcAft>
              <a:buClr>
                <a:srgbClr val="757575"/>
              </a:buClr>
              <a:buSzPts val="1500"/>
              <a:buNone/>
              <a:defRPr sz="1500">
                <a:solidFill>
                  <a:srgbClr val="757575"/>
                </a:solidFill>
              </a:defRPr>
            </a:lvl2pPr>
            <a:lvl3pPr indent="-228600" lvl="2" marL="1371600" algn="l">
              <a:lnSpc>
                <a:spcPct val="90000"/>
              </a:lnSpc>
              <a:spcBef>
                <a:spcPts val="400"/>
              </a:spcBef>
              <a:spcAft>
                <a:spcPts val="0"/>
              </a:spcAft>
              <a:buClr>
                <a:srgbClr val="757575"/>
              </a:buClr>
              <a:buSzPts val="1400"/>
              <a:buNone/>
              <a:defRPr sz="1400">
                <a:solidFill>
                  <a:srgbClr val="757575"/>
                </a:solidFill>
              </a:defRPr>
            </a:lvl3pPr>
            <a:lvl4pPr indent="-228600" lvl="3" marL="1828800" algn="l">
              <a:lnSpc>
                <a:spcPct val="90000"/>
              </a:lnSpc>
              <a:spcBef>
                <a:spcPts val="400"/>
              </a:spcBef>
              <a:spcAft>
                <a:spcPts val="0"/>
              </a:spcAft>
              <a:buClr>
                <a:srgbClr val="757575"/>
              </a:buClr>
              <a:buSzPts val="1200"/>
              <a:buNone/>
              <a:defRPr sz="1200">
                <a:solidFill>
                  <a:srgbClr val="757575"/>
                </a:solidFill>
              </a:defRPr>
            </a:lvl4pPr>
            <a:lvl5pPr indent="-228600" lvl="4" marL="2286000" algn="l">
              <a:lnSpc>
                <a:spcPct val="90000"/>
              </a:lnSpc>
              <a:spcBef>
                <a:spcPts val="400"/>
              </a:spcBef>
              <a:spcAft>
                <a:spcPts val="0"/>
              </a:spcAft>
              <a:buClr>
                <a:srgbClr val="757575"/>
              </a:buClr>
              <a:buSzPts val="1200"/>
              <a:buNone/>
              <a:defRPr sz="1200">
                <a:solidFill>
                  <a:srgbClr val="757575"/>
                </a:solidFill>
              </a:defRPr>
            </a:lvl5pPr>
            <a:lvl6pPr indent="-228600" lvl="5" marL="2743200" algn="l">
              <a:lnSpc>
                <a:spcPct val="90000"/>
              </a:lnSpc>
              <a:spcBef>
                <a:spcPts val="400"/>
              </a:spcBef>
              <a:spcAft>
                <a:spcPts val="0"/>
              </a:spcAft>
              <a:buClr>
                <a:srgbClr val="757575"/>
              </a:buClr>
              <a:buSzPts val="1200"/>
              <a:buNone/>
              <a:defRPr sz="1200">
                <a:solidFill>
                  <a:srgbClr val="757575"/>
                </a:solidFill>
              </a:defRPr>
            </a:lvl6pPr>
            <a:lvl7pPr indent="-228600" lvl="6" marL="3200400" algn="l">
              <a:lnSpc>
                <a:spcPct val="90000"/>
              </a:lnSpc>
              <a:spcBef>
                <a:spcPts val="400"/>
              </a:spcBef>
              <a:spcAft>
                <a:spcPts val="0"/>
              </a:spcAft>
              <a:buClr>
                <a:srgbClr val="757575"/>
              </a:buClr>
              <a:buSzPts val="1200"/>
              <a:buNone/>
              <a:defRPr sz="1200">
                <a:solidFill>
                  <a:srgbClr val="757575"/>
                </a:solidFill>
              </a:defRPr>
            </a:lvl7pPr>
            <a:lvl8pPr indent="-228600" lvl="7" marL="3657600" algn="l">
              <a:lnSpc>
                <a:spcPct val="90000"/>
              </a:lnSpc>
              <a:spcBef>
                <a:spcPts val="400"/>
              </a:spcBef>
              <a:spcAft>
                <a:spcPts val="0"/>
              </a:spcAft>
              <a:buClr>
                <a:srgbClr val="757575"/>
              </a:buClr>
              <a:buSzPts val="1200"/>
              <a:buNone/>
              <a:defRPr sz="1200">
                <a:solidFill>
                  <a:srgbClr val="757575"/>
                </a:solidFill>
              </a:defRPr>
            </a:lvl8pPr>
            <a:lvl9pPr indent="-228600" lvl="8" marL="4114800" algn="l">
              <a:lnSpc>
                <a:spcPct val="90000"/>
              </a:lnSpc>
              <a:spcBef>
                <a:spcPts val="400"/>
              </a:spcBef>
              <a:spcAft>
                <a:spcPts val="0"/>
              </a:spcAft>
              <a:buClr>
                <a:srgbClr val="757575"/>
              </a:buClr>
              <a:buSzPts val="1200"/>
              <a:buNone/>
              <a:defRPr sz="1200">
                <a:solidFill>
                  <a:srgbClr val="757575"/>
                </a:solidFill>
              </a:defRPr>
            </a:lvl9pPr>
          </a:lstStyle>
          <a:p/>
        </p:txBody>
      </p:sp>
      <p:sp>
        <p:nvSpPr>
          <p:cNvPr id="26" name="Google Shape;26;p4"/>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7" name="Google Shape;27;p4"/>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8" name="Google Shape;28;p4"/>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29" name="Shape 29"/>
        <p:cNvGrpSpPr/>
        <p:nvPr/>
      </p:nvGrpSpPr>
      <p:grpSpPr>
        <a:xfrm>
          <a:off x="0" y="0"/>
          <a:ext cx="0" cy="0"/>
          <a:chOff x="0" y="0"/>
          <a:chExt cx="0" cy="0"/>
        </a:xfrm>
      </p:grpSpPr>
      <p:sp>
        <p:nvSpPr>
          <p:cNvPr id="30" name="Google Shape;30;p5"/>
          <p:cNvSpPr txBox="1"/>
          <p:nvPr>
            <p:ph type="title"/>
          </p:nvPr>
        </p:nvSpPr>
        <p:spPr>
          <a:xfrm>
            <a:off x="628650" y="273844"/>
            <a:ext cx="7886700" cy="994172"/>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1" name="Google Shape;31;p5"/>
          <p:cNvSpPr txBox="1"/>
          <p:nvPr>
            <p:ph idx="1" type="body"/>
          </p:nvPr>
        </p:nvSpPr>
        <p:spPr>
          <a:xfrm>
            <a:off x="628650" y="1369219"/>
            <a:ext cx="3886200" cy="3263504"/>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32" name="Google Shape;32;p5"/>
          <p:cNvSpPr txBox="1"/>
          <p:nvPr>
            <p:ph idx="2" type="body"/>
          </p:nvPr>
        </p:nvSpPr>
        <p:spPr>
          <a:xfrm>
            <a:off x="4629150" y="1369219"/>
            <a:ext cx="3886200" cy="3263504"/>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33" name="Google Shape;33;p5"/>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4" name="Google Shape;34;p5"/>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5" name="Google Shape;35;p5"/>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36" name="Shape 36"/>
        <p:cNvGrpSpPr/>
        <p:nvPr/>
      </p:nvGrpSpPr>
      <p:grpSpPr>
        <a:xfrm>
          <a:off x="0" y="0"/>
          <a:ext cx="0" cy="0"/>
          <a:chOff x="0" y="0"/>
          <a:chExt cx="0" cy="0"/>
        </a:xfrm>
      </p:grpSpPr>
      <p:sp>
        <p:nvSpPr>
          <p:cNvPr id="37" name="Google Shape;37;p6"/>
          <p:cNvSpPr txBox="1"/>
          <p:nvPr>
            <p:ph type="title"/>
          </p:nvPr>
        </p:nvSpPr>
        <p:spPr>
          <a:xfrm>
            <a:off x="629841" y="273844"/>
            <a:ext cx="7886700" cy="994172"/>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8" name="Google Shape;38;p6"/>
          <p:cNvSpPr txBox="1"/>
          <p:nvPr>
            <p:ph idx="1" type="body"/>
          </p:nvPr>
        </p:nvSpPr>
        <p:spPr>
          <a:xfrm>
            <a:off x="629841" y="1260872"/>
            <a:ext cx="3868340" cy="617934"/>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39" name="Google Shape;39;p6"/>
          <p:cNvSpPr txBox="1"/>
          <p:nvPr>
            <p:ph idx="2" type="body"/>
          </p:nvPr>
        </p:nvSpPr>
        <p:spPr>
          <a:xfrm>
            <a:off x="629841" y="1878806"/>
            <a:ext cx="3868340" cy="2763441"/>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40" name="Google Shape;40;p6"/>
          <p:cNvSpPr txBox="1"/>
          <p:nvPr>
            <p:ph idx="3" type="body"/>
          </p:nvPr>
        </p:nvSpPr>
        <p:spPr>
          <a:xfrm>
            <a:off x="4629150" y="1260872"/>
            <a:ext cx="3887391" cy="617934"/>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41" name="Google Shape;41;p6"/>
          <p:cNvSpPr txBox="1"/>
          <p:nvPr>
            <p:ph idx="4" type="body"/>
          </p:nvPr>
        </p:nvSpPr>
        <p:spPr>
          <a:xfrm>
            <a:off x="4629150" y="1878806"/>
            <a:ext cx="3887391" cy="2763441"/>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42" name="Google Shape;42;p6"/>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43" name="Google Shape;43;p6"/>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44" name="Google Shape;44;p6"/>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5" name="Shape 45"/>
        <p:cNvGrpSpPr/>
        <p:nvPr/>
      </p:nvGrpSpPr>
      <p:grpSpPr>
        <a:xfrm>
          <a:off x="0" y="0"/>
          <a:ext cx="0" cy="0"/>
          <a:chOff x="0" y="0"/>
          <a:chExt cx="0" cy="0"/>
        </a:xfrm>
      </p:grpSpPr>
      <p:sp>
        <p:nvSpPr>
          <p:cNvPr id="46" name="Google Shape;46;p7"/>
          <p:cNvSpPr txBox="1"/>
          <p:nvPr>
            <p:ph type="title"/>
          </p:nvPr>
        </p:nvSpPr>
        <p:spPr>
          <a:xfrm>
            <a:off x="628650" y="273844"/>
            <a:ext cx="7886700" cy="994172"/>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47" name="Google Shape;47;p7"/>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48" name="Google Shape;48;p7"/>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49" name="Google Shape;49;p7"/>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0" name="Shape 50"/>
        <p:cNvGrpSpPr/>
        <p:nvPr/>
      </p:nvGrpSpPr>
      <p:grpSpPr>
        <a:xfrm>
          <a:off x="0" y="0"/>
          <a:ext cx="0" cy="0"/>
          <a:chOff x="0" y="0"/>
          <a:chExt cx="0" cy="0"/>
        </a:xfrm>
      </p:grpSpPr>
      <p:sp>
        <p:nvSpPr>
          <p:cNvPr id="51" name="Google Shape;51;p8"/>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52" name="Google Shape;52;p8"/>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53" name="Google Shape;53;p8"/>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629841" y="342900"/>
            <a:ext cx="2949178" cy="120015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Play"/>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56" name="Google Shape;56;p9"/>
          <p:cNvSpPr txBox="1"/>
          <p:nvPr>
            <p:ph idx="1" type="body"/>
          </p:nvPr>
        </p:nvSpPr>
        <p:spPr>
          <a:xfrm>
            <a:off x="3887391" y="740569"/>
            <a:ext cx="4629150" cy="3655219"/>
          </a:xfrm>
          <a:prstGeom prst="rect">
            <a:avLst/>
          </a:prstGeom>
          <a:noFill/>
          <a:ln>
            <a:noFill/>
          </a:ln>
        </p:spPr>
        <p:txBody>
          <a:bodyPr anchorCtr="0" anchor="t" bIns="34275" lIns="68575" spcFirstLastPara="1" rIns="68575" wrap="square" tIns="34275">
            <a:normAutofit/>
          </a:bodyPr>
          <a:lstStyle>
            <a:lvl1pPr indent="-381000" lvl="0" marL="457200" algn="l">
              <a:lnSpc>
                <a:spcPct val="90000"/>
              </a:lnSpc>
              <a:spcBef>
                <a:spcPts val="800"/>
              </a:spcBef>
              <a:spcAft>
                <a:spcPts val="0"/>
              </a:spcAft>
              <a:buClr>
                <a:schemeClr val="dk1"/>
              </a:buClr>
              <a:buSzPts val="2400"/>
              <a:buChar char="•"/>
              <a:defRPr sz="2400"/>
            </a:lvl1pPr>
            <a:lvl2pPr indent="-361950" lvl="1" marL="914400" algn="l">
              <a:lnSpc>
                <a:spcPct val="90000"/>
              </a:lnSpc>
              <a:spcBef>
                <a:spcPts val="400"/>
              </a:spcBef>
              <a:spcAft>
                <a:spcPts val="0"/>
              </a:spcAft>
              <a:buClr>
                <a:schemeClr val="dk1"/>
              </a:buClr>
              <a:buSzPts val="2100"/>
              <a:buChar char="•"/>
              <a:defRPr sz="2100"/>
            </a:lvl2pPr>
            <a:lvl3pPr indent="-342900" lvl="2" marL="1371600" algn="l">
              <a:lnSpc>
                <a:spcPct val="90000"/>
              </a:lnSpc>
              <a:spcBef>
                <a:spcPts val="400"/>
              </a:spcBef>
              <a:spcAft>
                <a:spcPts val="0"/>
              </a:spcAft>
              <a:buClr>
                <a:schemeClr val="dk1"/>
              </a:buClr>
              <a:buSzPts val="1800"/>
              <a:buChar char="•"/>
              <a:defRPr sz="1800"/>
            </a:lvl3pPr>
            <a:lvl4pPr indent="-323850" lvl="3" marL="1828800" algn="l">
              <a:lnSpc>
                <a:spcPct val="90000"/>
              </a:lnSpc>
              <a:spcBef>
                <a:spcPts val="400"/>
              </a:spcBef>
              <a:spcAft>
                <a:spcPts val="0"/>
              </a:spcAft>
              <a:buClr>
                <a:schemeClr val="dk1"/>
              </a:buClr>
              <a:buSzPts val="1500"/>
              <a:buChar char="•"/>
              <a:defRPr sz="1500"/>
            </a:lvl4pPr>
            <a:lvl5pPr indent="-323850" lvl="4" marL="2286000" algn="l">
              <a:lnSpc>
                <a:spcPct val="90000"/>
              </a:lnSpc>
              <a:spcBef>
                <a:spcPts val="400"/>
              </a:spcBef>
              <a:spcAft>
                <a:spcPts val="0"/>
              </a:spcAft>
              <a:buClr>
                <a:schemeClr val="dk1"/>
              </a:buClr>
              <a:buSzPts val="1500"/>
              <a:buChar char="•"/>
              <a:defRPr sz="1500"/>
            </a:lvl5pPr>
            <a:lvl6pPr indent="-323850" lvl="5" marL="2743200" algn="l">
              <a:lnSpc>
                <a:spcPct val="90000"/>
              </a:lnSpc>
              <a:spcBef>
                <a:spcPts val="400"/>
              </a:spcBef>
              <a:spcAft>
                <a:spcPts val="0"/>
              </a:spcAft>
              <a:buClr>
                <a:schemeClr val="dk1"/>
              </a:buClr>
              <a:buSzPts val="1500"/>
              <a:buChar char="•"/>
              <a:defRPr sz="1500"/>
            </a:lvl6pPr>
            <a:lvl7pPr indent="-323850" lvl="6" marL="3200400" algn="l">
              <a:lnSpc>
                <a:spcPct val="90000"/>
              </a:lnSpc>
              <a:spcBef>
                <a:spcPts val="400"/>
              </a:spcBef>
              <a:spcAft>
                <a:spcPts val="0"/>
              </a:spcAft>
              <a:buClr>
                <a:schemeClr val="dk1"/>
              </a:buClr>
              <a:buSzPts val="1500"/>
              <a:buChar char="•"/>
              <a:defRPr sz="1500"/>
            </a:lvl7pPr>
            <a:lvl8pPr indent="-323850" lvl="7" marL="3657600" algn="l">
              <a:lnSpc>
                <a:spcPct val="90000"/>
              </a:lnSpc>
              <a:spcBef>
                <a:spcPts val="400"/>
              </a:spcBef>
              <a:spcAft>
                <a:spcPts val="0"/>
              </a:spcAft>
              <a:buClr>
                <a:schemeClr val="dk1"/>
              </a:buClr>
              <a:buSzPts val="1500"/>
              <a:buChar char="•"/>
              <a:defRPr sz="1500"/>
            </a:lvl8pPr>
            <a:lvl9pPr indent="-323850" lvl="8" marL="4114800" algn="l">
              <a:lnSpc>
                <a:spcPct val="90000"/>
              </a:lnSpc>
              <a:spcBef>
                <a:spcPts val="400"/>
              </a:spcBef>
              <a:spcAft>
                <a:spcPts val="0"/>
              </a:spcAft>
              <a:buClr>
                <a:schemeClr val="dk1"/>
              </a:buClr>
              <a:buSzPts val="1500"/>
              <a:buChar char="•"/>
              <a:defRPr sz="1500"/>
            </a:lvl9pPr>
          </a:lstStyle>
          <a:p/>
        </p:txBody>
      </p:sp>
      <p:sp>
        <p:nvSpPr>
          <p:cNvPr id="57" name="Google Shape;57;p9"/>
          <p:cNvSpPr txBox="1"/>
          <p:nvPr>
            <p:ph idx="2" type="body"/>
          </p:nvPr>
        </p:nvSpPr>
        <p:spPr>
          <a:xfrm>
            <a:off x="629841" y="1543050"/>
            <a:ext cx="2949178" cy="2858691"/>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58" name="Google Shape;58;p9"/>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59" name="Google Shape;59;p9"/>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60" name="Google Shape;60;p9"/>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629841" y="342900"/>
            <a:ext cx="2949178" cy="120015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Play"/>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63" name="Google Shape;63;p10"/>
          <p:cNvSpPr/>
          <p:nvPr>
            <p:ph idx="2" type="pic"/>
          </p:nvPr>
        </p:nvSpPr>
        <p:spPr>
          <a:xfrm>
            <a:off x="3887391" y="740569"/>
            <a:ext cx="4629150" cy="3655219"/>
          </a:xfrm>
          <a:prstGeom prst="rect">
            <a:avLst/>
          </a:prstGeom>
          <a:noFill/>
          <a:ln>
            <a:noFill/>
          </a:ln>
        </p:spPr>
      </p:sp>
      <p:sp>
        <p:nvSpPr>
          <p:cNvPr id="64" name="Google Shape;64;p10"/>
          <p:cNvSpPr txBox="1"/>
          <p:nvPr>
            <p:ph idx="1" type="body"/>
          </p:nvPr>
        </p:nvSpPr>
        <p:spPr>
          <a:xfrm>
            <a:off x="629841" y="1543050"/>
            <a:ext cx="2949178" cy="2858691"/>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65" name="Google Shape;65;p10"/>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66" name="Google Shape;66;p10"/>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67" name="Google Shape;67;p10"/>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628650" y="273844"/>
            <a:ext cx="7886700" cy="994172"/>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0" name="Google Shape;70;p11"/>
          <p:cNvSpPr txBox="1"/>
          <p:nvPr>
            <p:ph idx="1" type="body"/>
          </p:nvPr>
        </p:nvSpPr>
        <p:spPr>
          <a:xfrm rot="5400000">
            <a:off x="2940248" y="-942379"/>
            <a:ext cx="3263504" cy="78867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71" name="Google Shape;71;p11"/>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2" name="Google Shape;72;p11"/>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3" name="Google Shape;73;p11"/>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5350073" y="1467445"/>
            <a:ext cx="4358879" cy="1971675"/>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6" name="Google Shape;76;p12"/>
          <p:cNvSpPr txBox="1"/>
          <p:nvPr>
            <p:ph idx="1" type="body"/>
          </p:nvPr>
        </p:nvSpPr>
        <p:spPr>
          <a:xfrm rot="5400000">
            <a:off x="1349573" y="-447080"/>
            <a:ext cx="4358879" cy="5800725"/>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77" name="Google Shape;77;p12"/>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8" name="Google Shape;78;p12"/>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9" name="Google Shape;79;p12"/>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84" name="Shape 84"/>
        <p:cNvGrpSpPr/>
        <p:nvPr/>
      </p:nvGrpSpPr>
      <p:grpSpPr>
        <a:xfrm>
          <a:off x="0" y="0"/>
          <a:ext cx="0" cy="0"/>
          <a:chOff x="0" y="0"/>
          <a:chExt cx="0" cy="0"/>
        </a:xfrm>
      </p:grpSpPr>
      <p:sp>
        <p:nvSpPr>
          <p:cNvPr id="85" name="Google Shape;85;p14"/>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86" name="Google Shape;86;p14"/>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87" name="Google Shape;87;p1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88" name="Shape 88"/>
        <p:cNvGrpSpPr/>
        <p:nvPr/>
      </p:nvGrpSpPr>
      <p:grpSpPr>
        <a:xfrm>
          <a:off x="0" y="0"/>
          <a:ext cx="0" cy="0"/>
          <a:chOff x="0" y="0"/>
          <a:chExt cx="0" cy="0"/>
        </a:xfrm>
      </p:grpSpPr>
      <p:sp>
        <p:nvSpPr>
          <p:cNvPr id="89" name="Google Shape;89;p15"/>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90" name="Google Shape;90;p1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91" name="Shape 91"/>
        <p:cNvGrpSpPr/>
        <p:nvPr/>
      </p:nvGrpSpPr>
      <p:grpSpPr>
        <a:xfrm>
          <a:off x="0" y="0"/>
          <a:ext cx="0" cy="0"/>
          <a:chOff x="0" y="0"/>
          <a:chExt cx="0" cy="0"/>
        </a:xfrm>
      </p:grpSpPr>
      <p:sp>
        <p:nvSpPr>
          <p:cNvPr id="92" name="Google Shape;92;p1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93" name="Google Shape;93;p16"/>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94" name="Google Shape;94;p1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1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97" name="Google Shape;97;p17"/>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17"/>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1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00" name="Shape 100"/>
        <p:cNvGrpSpPr/>
        <p:nvPr/>
      </p:nvGrpSpPr>
      <p:grpSpPr>
        <a:xfrm>
          <a:off x="0" y="0"/>
          <a:ext cx="0" cy="0"/>
          <a:chOff x="0" y="0"/>
          <a:chExt cx="0" cy="0"/>
        </a:xfrm>
      </p:grpSpPr>
      <p:sp>
        <p:nvSpPr>
          <p:cNvPr id="101" name="Google Shape;101;p1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02" name="Google Shape;102;p1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03" name="Shape 103"/>
        <p:cNvGrpSpPr/>
        <p:nvPr/>
      </p:nvGrpSpPr>
      <p:grpSpPr>
        <a:xfrm>
          <a:off x="0" y="0"/>
          <a:ext cx="0" cy="0"/>
          <a:chOff x="0" y="0"/>
          <a:chExt cx="0" cy="0"/>
        </a:xfrm>
      </p:grpSpPr>
      <p:sp>
        <p:nvSpPr>
          <p:cNvPr id="104" name="Google Shape;104;p19"/>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105" name="Google Shape;105;p19"/>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106" name="Google Shape;106;p1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107" name="Shape 107"/>
        <p:cNvGrpSpPr/>
        <p:nvPr/>
      </p:nvGrpSpPr>
      <p:grpSpPr>
        <a:xfrm>
          <a:off x="0" y="0"/>
          <a:ext cx="0" cy="0"/>
          <a:chOff x="0" y="0"/>
          <a:chExt cx="0" cy="0"/>
        </a:xfrm>
      </p:grpSpPr>
      <p:sp>
        <p:nvSpPr>
          <p:cNvPr id="108" name="Google Shape;108;p20"/>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109" name="Google Shape;109;p2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10" name="Shape 110"/>
        <p:cNvGrpSpPr/>
        <p:nvPr/>
      </p:nvGrpSpPr>
      <p:grpSpPr>
        <a:xfrm>
          <a:off x="0" y="0"/>
          <a:ext cx="0" cy="0"/>
          <a:chOff x="0" y="0"/>
          <a:chExt cx="0" cy="0"/>
        </a:xfrm>
      </p:grpSpPr>
      <p:sp>
        <p:nvSpPr>
          <p:cNvPr id="111" name="Google Shape;111;p21"/>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 name="Google Shape;112;p21"/>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113" name="Google Shape;113;p21"/>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114" name="Google Shape;114;p21"/>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115" name="Google Shape;115;p2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16" name="Shape 116"/>
        <p:cNvGrpSpPr/>
        <p:nvPr/>
      </p:nvGrpSpPr>
      <p:grpSpPr>
        <a:xfrm>
          <a:off x="0" y="0"/>
          <a:ext cx="0" cy="0"/>
          <a:chOff x="0" y="0"/>
          <a:chExt cx="0" cy="0"/>
        </a:xfrm>
      </p:grpSpPr>
      <p:sp>
        <p:nvSpPr>
          <p:cNvPr id="117" name="Google Shape;117;p22"/>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18" name="Google Shape;118;p2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19" name="Shape 119"/>
        <p:cNvGrpSpPr/>
        <p:nvPr/>
      </p:nvGrpSpPr>
      <p:grpSpPr>
        <a:xfrm>
          <a:off x="0" y="0"/>
          <a:ext cx="0" cy="0"/>
          <a:chOff x="0" y="0"/>
          <a:chExt cx="0" cy="0"/>
        </a:xfrm>
      </p:grpSpPr>
      <p:sp>
        <p:nvSpPr>
          <p:cNvPr id="120" name="Google Shape;120;p23"/>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121" name="Google Shape;121;p23"/>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122" name="Google Shape;122;p2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23" name="Shape 123"/>
        <p:cNvGrpSpPr/>
        <p:nvPr/>
      </p:nvGrpSpPr>
      <p:grpSpPr>
        <a:xfrm>
          <a:off x="0" y="0"/>
          <a:ext cx="0" cy="0"/>
          <a:chOff x="0" y="0"/>
          <a:chExt cx="0" cy="0"/>
        </a:xfrm>
      </p:grpSpPr>
      <p:sp>
        <p:nvSpPr>
          <p:cNvPr id="124" name="Google Shape;124;p2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11" Type="http://schemas.openxmlformats.org/officeDocument/2006/relationships/slideLayout" Target="../slideLayouts/slideLayout22.xml"/><Relationship Id="rId10" Type="http://schemas.openxmlformats.org/officeDocument/2006/relationships/slideLayout" Target="../slideLayouts/slideLayout21.xml"/><Relationship Id="rId12" Type="http://schemas.openxmlformats.org/officeDocument/2006/relationships/theme" Target="../theme/theme3.xml"/><Relationship Id="rId9" Type="http://schemas.openxmlformats.org/officeDocument/2006/relationships/slideLayout" Target="../slideLayouts/slideLayout20.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628650" y="273844"/>
            <a:ext cx="7886700" cy="994172"/>
          </a:xfrm>
          <a:prstGeom prst="rect">
            <a:avLst/>
          </a:prstGeom>
          <a:noFill/>
          <a:ln>
            <a:noFill/>
          </a:ln>
        </p:spPr>
        <p:txBody>
          <a:bodyPr anchorCtr="0" anchor="ctr" bIns="34275" lIns="68575" spcFirstLastPara="1" rIns="68575" wrap="square" tIns="34275">
            <a:normAutofit/>
          </a:bodyPr>
          <a:lstStyle>
            <a:lvl1pPr lvl="0" marR="0" rtl="0" algn="l">
              <a:lnSpc>
                <a:spcPct val="90000"/>
              </a:lnSpc>
              <a:spcBef>
                <a:spcPts val="0"/>
              </a:spcBef>
              <a:spcAft>
                <a:spcPts val="0"/>
              </a:spcAft>
              <a:buClr>
                <a:schemeClr val="dk1"/>
              </a:buClr>
              <a:buSzPts val="3300"/>
              <a:buFont typeface="Play"/>
              <a:buNone/>
              <a:defRPr b="0" i="0" sz="3300" u="none" cap="none" strike="noStrike">
                <a:solidFill>
                  <a:schemeClr val="dk1"/>
                </a:solidFill>
                <a:latin typeface="Play"/>
                <a:ea typeface="Play"/>
                <a:cs typeface="Play"/>
                <a:sym typeface="Play"/>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7" name="Google Shape;7;p1"/>
          <p:cNvSpPr txBox="1"/>
          <p:nvPr>
            <p:ph idx="1" type="body"/>
          </p:nvPr>
        </p:nvSpPr>
        <p:spPr>
          <a:xfrm>
            <a:off x="628650" y="1369219"/>
            <a:ext cx="7886700" cy="3263504"/>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90000"/>
              </a:lnSpc>
              <a:spcBef>
                <a:spcPts val="800"/>
              </a:spcBef>
              <a:spcAft>
                <a:spcPts val="0"/>
              </a:spcAft>
              <a:buClr>
                <a:schemeClr val="dk1"/>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9pPr>
          </a:lstStyle>
          <a:p/>
        </p:txBody>
      </p:sp>
      <p:sp>
        <p:nvSpPr>
          <p:cNvPr id="8" name="Google Shape;8;p1"/>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marR="0" rtl="0" algn="l">
              <a:lnSpc>
                <a:spcPct val="100000"/>
              </a:lnSpc>
              <a:spcBef>
                <a:spcPts val="0"/>
              </a:spcBef>
              <a:spcAft>
                <a:spcPts val="0"/>
              </a:spcAft>
              <a:buClr>
                <a:srgbClr val="000000"/>
              </a:buClr>
              <a:buSzPts val="1100"/>
              <a:buFont typeface="Arial"/>
              <a:buNone/>
              <a:defRPr b="0" i="0" sz="900" u="none" cap="none" strike="noStrike">
                <a:solidFill>
                  <a:srgbClr val="757575"/>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Arial"/>
                <a:ea typeface="Arial"/>
                <a:cs typeface="Arial"/>
                <a:sym typeface="Arial"/>
              </a:defRPr>
            </a:lvl9pPr>
          </a:lstStyle>
          <a:p/>
        </p:txBody>
      </p:sp>
      <p:sp>
        <p:nvSpPr>
          <p:cNvPr id="9" name="Google Shape;9;p1"/>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marR="0" rtl="0" algn="ctr">
              <a:lnSpc>
                <a:spcPct val="100000"/>
              </a:lnSpc>
              <a:spcBef>
                <a:spcPts val="0"/>
              </a:spcBef>
              <a:spcAft>
                <a:spcPts val="0"/>
              </a:spcAft>
              <a:buClr>
                <a:srgbClr val="000000"/>
              </a:buClr>
              <a:buSzPts val="1100"/>
              <a:buFont typeface="Arial"/>
              <a:buNone/>
              <a:defRPr b="0" i="0" sz="900" u="none" cap="none" strike="noStrike">
                <a:solidFill>
                  <a:srgbClr val="757575"/>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Arial"/>
                <a:ea typeface="Arial"/>
                <a:cs typeface="Arial"/>
                <a:sym typeface="Arial"/>
              </a:defRPr>
            </a:lvl9pPr>
          </a:lstStyle>
          <a:p/>
        </p:txBody>
      </p:sp>
      <p:sp>
        <p:nvSpPr>
          <p:cNvPr id="10" name="Google Shape;10;p1"/>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80" name="Shape 80"/>
        <p:cNvGrpSpPr/>
        <p:nvPr/>
      </p:nvGrpSpPr>
      <p:grpSpPr>
        <a:xfrm>
          <a:off x="0" y="0"/>
          <a:ext cx="0" cy="0"/>
          <a:chOff x="0" y="0"/>
          <a:chExt cx="0" cy="0"/>
        </a:xfrm>
      </p:grpSpPr>
      <p:sp>
        <p:nvSpPr>
          <p:cNvPr id="81" name="Google Shape;81;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82" name="Google Shape;82;p13"/>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3" name="Google Shape;83;p1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6.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 name="Shape 128"/>
        <p:cNvGrpSpPr/>
        <p:nvPr/>
      </p:nvGrpSpPr>
      <p:grpSpPr>
        <a:xfrm>
          <a:off x="0" y="0"/>
          <a:ext cx="0" cy="0"/>
          <a:chOff x="0" y="0"/>
          <a:chExt cx="0" cy="0"/>
        </a:xfrm>
      </p:grpSpPr>
      <p:sp>
        <p:nvSpPr>
          <p:cNvPr id="129" name="Google Shape;129;p25"/>
          <p:cNvSpPr txBox="1"/>
          <p:nvPr>
            <p:ph type="ctrTitle"/>
          </p:nvPr>
        </p:nvSpPr>
        <p:spPr>
          <a:xfrm>
            <a:off x="1143000" y="841772"/>
            <a:ext cx="6858000" cy="1790700"/>
          </a:xfrm>
          <a:prstGeom prst="rect">
            <a:avLst/>
          </a:prstGeom>
          <a:noFill/>
          <a:ln>
            <a:noFill/>
          </a:ln>
        </p:spPr>
        <p:txBody>
          <a:bodyPr anchorCtr="0" anchor="b" bIns="34275" lIns="68575" spcFirstLastPara="1" rIns="68575" wrap="square" tIns="34275">
            <a:normAutofit/>
          </a:bodyPr>
          <a:lstStyle/>
          <a:p>
            <a:pPr indent="0" lvl="0" marL="0" rtl="0" algn="ctr">
              <a:lnSpc>
                <a:spcPct val="90000"/>
              </a:lnSpc>
              <a:spcBef>
                <a:spcPts val="0"/>
              </a:spcBef>
              <a:spcAft>
                <a:spcPts val="0"/>
              </a:spcAft>
              <a:buClr>
                <a:schemeClr val="dk1"/>
              </a:buClr>
              <a:buSzPts val="4500"/>
              <a:buFont typeface="Play"/>
              <a:buNone/>
            </a:pPr>
            <a:r>
              <a:rPr lang="en-GB"/>
              <a:t>Game Programming Fundamentals Portfolio</a:t>
            </a:r>
            <a:endParaRPr/>
          </a:p>
        </p:txBody>
      </p:sp>
      <p:sp>
        <p:nvSpPr>
          <p:cNvPr id="130" name="Google Shape;130;p25"/>
          <p:cNvSpPr txBox="1"/>
          <p:nvPr>
            <p:ph idx="1" type="subTitle"/>
          </p:nvPr>
        </p:nvSpPr>
        <p:spPr>
          <a:xfrm>
            <a:off x="1143000" y="2701528"/>
            <a:ext cx="6858000" cy="1241821"/>
          </a:xfrm>
          <a:prstGeom prst="rect">
            <a:avLst/>
          </a:prstGeom>
          <a:noFill/>
          <a:ln>
            <a:noFill/>
          </a:ln>
        </p:spPr>
        <p:txBody>
          <a:bodyPr anchorCtr="0" anchor="t" bIns="34275" lIns="68575" spcFirstLastPara="1" rIns="68575" wrap="square" tIns="34275">
            <a:normAutofit/>
          </a:bodyPr>
          <a:lstStyle/>
          <a:p>
            <a:pPr indent="0" lvl="0" marL="0" rtl="0" algn="ctr">
              <a:lnSpc>
                <a:spcPct val="90000"/>
              </a:lnSpc>
              <a:spcBef>
                <a:spcPts val="0"/>
              </a:spcBef>
              <a:spcAft>
                <a:spcPts val="0"/>
              </a:spcAft>
              <a:buClr>
                <a:schemeClr val="dk1"/>
              </a:buClr>
              <a:buSzPts val="1800"/>
              <a:buNone/>
            </a:pPr>
            <a:r>
              <a:rPr lang="en-GB"/>
              <a:t>Kieran Rowntree (Q2006504)</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p26"/>
          <p:cNvSpPr txBox="1"/>
          <p:nvPr>
            <p:ph type="title"/>
          </p:nvPr>
        </p:nvSpPr>
        <p:spPr>
          <a:xfrm>
            <a:off x="0" y="0"/>
            <a:ext cx="9144000" cy="510778"/>
          </a:xfrm>
          <a:prstGeom prst="rect">
            <a:avLst/>
          </a:prstGeom>
          <a:noFill/>
          <a:ln>
            <a:noFill/>
          </a:ln>
        </p:spPr>
        <p:txBody>
          <a:bodyPr anchorCtr="0" anchor="ctr" bIns="34275" lIns="68575" spcFirstLastPara="1" rIns="68575" wrap="square" tIns="34275">
            <a:normAutofit/>
          </a:bodyPr>
          <a:lstStyle/>
          <a:p>
            <a:pPr indent="0" lvl="0" marL="0" rtl="0" algn="ctr">
              <a:lnSpc>
                <a:spcPct val="90000"/>
              </a:lnSpc>
              <a:spcBef>
                <a:spcPts val="0"/>
              </a:spcBef>
              <a:spcAft>
                <a:spcPts val="0"/>
              </a:spcAft>
              <a:buClr>
                <a:schemeClr val="dk1"/>
              </a:buClr>
              <a:buSzPts val="3000"/>
              <a:buFont typeface="Play"/>
              <a:buNone/>
            </a:pPr>
            <a:r>
              <a:rPr lang="en-GB" sz="3000"/>
              <a:t>Weeks 6-12: Maze</a:t>
            </a:r>
            <a:endParaRPr sz="3000"/>
          </a:p>
        </p:txBody>
      </p:sp>
      <p:pic>
        <p:nvPicPr>
          <p:cNvPr id="136" name="Google Shape;136;p26" title="colours.PNG"/>
          <p:cNvPicPr preferRelativeResize="0"/>
          <p:nvPr/>
        </p:nvPicPr>
        <p:blipFill rotWithShape="1">
          <a:blip r:embed="rId3">
            <a:alphaModFix/>
          </a:blip>
          <a:srcRect b="0" l="0" r="0" t="0"/>
          <a:stretch/>
        </p:blipFill>
        <p:spPr>
          <a:xfrm>
            <a:off x="152400" y="663178"/>
            <a:ext cx="3834086" cy="4327922"/>
          </a:xfrm>
          <a:prstGeom prst="rect">
            <a:avLst/>
          </a:prstGeom>
          <a:noFill/>
          <a:ln>
            <a:noFill/>
          </a:ln>
        </p:spPr>
      </p:pic>
      <p:sp>
        <p:nvSpPr>
          <p:cNvPr id="137" name="Google Shape;137;p26"/>
          <p:cNvSpPr txBox="1"/>
          <p:nvPr/>
        </p:nvSpPr>
        <p:spPr>
          <a:xfrm>
            <a:off x="4605600" y="828550"/>
            <a:ext cx="3276900" cy="10899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900"/>
              <a:buFont typeface="Arial"/>
              <a:buNone/>
            </a:pPr>
            <a:r>
              <a:rPr lang="en-GB" sz="1000">
                <a:solidFill>
                  <a:schemeClr val="dk1"/>
                </a:solidFill>
              </a:rPr>
              <a:t>I used the letter system to dictate to the maze what color each section would be and what they are. Like ‘w’ is the walls so it will be black and will later be told to have collisions</a:t>
            </a:r>
            <a:endParaRPr b="0" i="0" sz="1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900"/>
              <a:buFont typeface="Arial"/>
              <a:buNone/>
            </a:pPr>
            <a:r>
              <a:rPr lang="en-GB" sz="1000">
                <a:solidFill>
                  <a:schemeClr val="dk1"/>
                </a:solidFill>
              </a:rPr>
              <a:t>I made the program locate a valid player if there is one. If found it uses the code above to dictate the colour. Else it would return an </a:t>
            </a:r>
            <a:r>
              <a:rPr lang="en-GB" sz="1000">
                <a:solidFill>
                  <a:schemeClr val="dk1"/>
                </a:solidFill>
              </a:rPr>
              <a:t>error</a:t>
            </a:r>
            <a:r>
              <a:rPr lang="en-GB" sz="1000">
                <a:solidFill>
                  <a:schemeClr val="dk1"/>
                </a:solidFill>
              </a:rPr>
              <a:t> message</a:t>
            </a:r>
            <a:endParaRPr b="0" i="0" sz="1000" u="none" cap="none" strike="noStrike">
              <a:solidFill>
                <a:schemeClr val="dk1"/>
              </a:solidFill>
              <a:latin typeface="Arial"/>
              <a:ea typeface="Arial"/>
              <a:cs typeface="Arial"/>
              <a:sym typeface="Arial"/>
            </a:endParaRPr>
          </a:p>
        </p:txBody>
      </p:sp>
      <p:pic>
        <p:nvPicPr>
          <p:cNvPr id="138" name="Google Shape;138;p26" title="player..PNG"/>
          <p:cNvPicPr preferRelativeResize="0"/>
          <p:nvPr/>
        </p:nvPicPr>
        <p:blipFill rotWithShape="1">
          <a:blip r:embed="rId4">
            <a:alphaModFix/>
          </a:blip>
          <a:srcRect b="0" l="0" r="0" t="0"/>
          <a:stretch/>
        </p:blipFill>
        <p:spPr>
          <a:xfrm>
            <a:off x="4639004" y="2771980"/>
            <a:ext cx="3276900" cy="197277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pic>
        <p:nvPicPr>
          <p:cNvPr id="143" name="Google Shape;143;p27" title="Movement.PNG"/>
          <p:cNvPicPr preferRelativeResize="0"/>
          <p:nvPr/>
        </p:nvPicPr>
        <p:blipFill rotWithShape="1">
          <a:blip r:embed="rId3">
            <a:alphaModFix/>
          </a:blip>
          <a:srcRect b="0" l="0" r="0" t="0"/>
          <a:stretch/>
        </p:blipFill>
        <p:spPr>
          <a:xfrm>
            <a:off x="4791075" y="152400"/>
            <a:ext cx="4352925" cy="4838700"/>
          </a:xfrm>
          <a:prstGeom prst="rect">
            <a:avLst/>
          </a:prstGeom>
          <a:noFill/>
          <a:ln>
            <a:noFill/>
          </a:ln>
        </p:spPr>
      </p:pic>
      <p:pic>
        <p:nvPicPr>
          <p:cNvPr id="144" name="Google Shape;144;p27" title="wall.PNG"/>
          <p:cNvPicPr preferRelativeResize="0"/>
          <p:nvPr/>
        </p:nvPicPr>
        <p:blipFill rotWithShape="1">
          <a:blip r:embed="rId4">
            <a:alphaModFix/>
          </a:blip>
          <a:srcRect b="0" l="0" r="0" t="0"/>
          <a:stretch/>
        </p:blipFill>
        <p:spPr>
          <a:xfrm>
            <a:off x="540550" y="3750300"/>
            <a:ext cx="3133725" cy="1152525"/>
          </a:xfrm>
          <a:prstGeom prst="rect">
            <a:avLst/>
          </a:prstGeom>
          <a:noFill/>
          <a:ln>
            <a:noFill/>
          </a:ln>
        </p:spPr>
      </p:pic>
      <p:sp>
        <p:nvSpPr>
          <p:cNvPr id="145" name="Google Shape;145;p27"/>
          <p:cNvSpPr txBox="1"/>
          <p:nvPr/>
        </p:nvSpPr>
        <p:spPr>
          <a:xfrm>
            <a:off x="272400" y="567325"/>
            <a:ext cx="4299600" cy="2401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100"/>
              <a:buFont typeface="Arial"/>
              <a:buNone/>
            </a:pPr>
            <a:r>
              <a:rPr lang="en-GB" sz="1600">
                <a:solidFill>
                  <a:schemeClr val="dk1"/>
                </a:solidFill>
              </a:rPr>
              <a:t>The right section of code is the player movement system. It added functionality to the directional buttons. It also checks if the space is a </a:t>
            </a:r>
            <a:r>
              <a:rPr lang="en-GB" sz="1600">
                <a:solidFill>
                  <a:schemeClr val="dk1"/>
                </a:solidFill>
              </a:rPr>
              <a:t>navigable</a:t>
            </a:r>
            <a:r>
              <a:rPr lang="en-GB" sz="1600">
                <a:solidFill>
                  <a:schemeClr val="dk1"/>
                </a:solidFill>
              </a:rPr>
              <a:t> tile.</a:t>
            </a:r>
            <a:endParaRPr sz="1600">
              <a:solidFill>
                <a:schemeClr val="dk1"/>
              </a:solidFill>
            </a:endParaRPr>
          </a:p>
          <a:p>
            <a:pPr indent="0" lvl="0" marL="0" marR="0" rtl="0" algn="l">
              <a:lnSpc>
                <a:spcPct val="100000"/>
              </a:lnSpc>
              <a:spcBef>
                <a:spcPts val="0"/>
              </a:spcBef>
              <a:spcAft>
                <a:spcPts val="0"/>
              </a:spcAft>
              <a:buClr>
                <a:srgbClr val="000000"/>
              </a:buClr>
              <a:buSzPts val="2100"/>
              <a:buFont typeface="Arial"/>
              <a:buNone/>
            </a:pPr>
            <a:r>
              <a:t/>
            </a:r>
            <a:endParaRPr sz="1600">
              <a:solidFill>
                <a:schemeClr val="dk1"/>
              </a:solidFill>
            </a:endParaRPr>
          </a:p>
          <a:p>
            <a:pPr indent="0" lvl="0" marL="0" marR="0" rtl="0" algn="l">
              <a:lnSpc>
                <a:spcPct val="100000"/>
              </a:lnSpc>
              <a:spcBef>
                <a:spcPts val="0"/>
              </a:spcBef>
              <a:spcAft>
                <a:spcPts val="0"/>
              </a:spcAft>
              <a:buClr>
                <a:srgbClr val="000000"/>
              </a:buClr>
              <a:buSzPts val="2100"/>
              <a:buFont typeface="Arial"/>
              <a:buNone/>
            </a:pPr>
            <a:r>
              <a:rPr lang="en-GB" sz="1600">
                <a:solidFill>
                  <a:schemeClr val="dk1"/>
                </a:solidFill>
              </a:rPr>
              <a:t>The bottom image is the code which expands on the colour system telling ‘w’ that it is a wall, and therefore needs </a:t>
            </a:r>
            <a:r>
              <a:rPr lang="en-GB" sz="1600">
                <a:solidFill>
                  <a:schemeClr val="dk1"/>
                </a:solidFill>
              </a:rPr>
              <a:t>collision and is not a navigable tile.</a:t>
            </a:r>
            <a:endParaRPr sz="1600">
              <a:solidFill>
                <a:schemeClr val="dk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 name="Shape 149"/>
        <p:cNvGrpSpPr/>
        <p:nvPr/>
      </p:nvGrpSpPr>
      <p:grpSpPr>
        <a:xfrm>
          <a:off x="0" y="0"/>
          <a:ext cx="0" cy="0"/>
          <a:chOff x="0" y="0"/>
          <a:chExt cx="0" cy="0"/>
        </a:xfrm>
      </p:grpSpPr>
      <p:pic>
        <p:nvPicPr>
          <p:cNvPr id="150" name="Google Shape;150;p28" title="free cell.PNG"/>
          <p:cNvPicPr preferRelativeResize="0"/>
          <p:nvPr/>
        </p:nvPicPr>
        <p:blipFill rotWithShape="1">
          <a:blip r:embed="rId3">
            <a:alphaModFix/>
          </a:blip>
          <a:srcRect b="0" l="0" r="0" t="0"/>
          <a:stretch/>
        </p:blipFill>
        <p:spPr>
          <a:xfrm>
            <a:off x="152400" y="152400"/>
            <a:ext cx="3906075" cy="1585750"/>
          </a:xfrm>
          <a:prstGeom prst="rect">
            <a:avLst/>
          </a:prstGeom>
          <a:noFill/>
          <a:ln>
            <a:noFill/>
          </a:ln>
        </p:spPr>
      </p:pic>
      <p:pic>
        <p:nvPicPr>
          <p:cNvPr id="151" name="Google Shape;151;p28" title="point taken.PNG"/>
          <p:cNvPicPr preferRelativeResize="0"/>
          <p:nvPr/>
        </p:nvPicPr>
        <p:blipFill rotWithShape="1">
          <a:blip r:embed="rId4">
            <a:alphaModFix/>
          </a:blip>
          <a:srcRect b="0" l="0" r="0" t="0"/>
          <a:stretch/>
        </p:blipFill>
        <p:spPr>
          <a:xfrm>
            <a:off x="152400" y="2010137"/>
            <a:ext cx="3906076" cy="2402700"/>
          </a:xfrm>
          <a:prstGeom prst="rect">
            <a:avLst/>
          </a:prstGeom>
          <a:noFill/>
          <a:ln>
            <a:noFill/>
          </a:ln>
        </p:spPr>
      </p:pic>
      <p:sp>
        <p:nvSpPr>
          <p:cNvPr id="152" name="Google Shape;152;p28"/>
          <p:cNvSpPr txBox="1"/>
          <p:nvPr/>
        </p:nvSpPr>
        <p:spPr>
          <a:xfrm>
            <a:off x="4424900" y="217025"/>
            <a:ext cx="3990900" cy="24474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100"/>
              <a:buFont typeface="Arial"/>
              <a:buNone/>
            </a:pPr>
            <a:r>
              <a:rPr lang="en-GB" sz="2100">
                <a:solidFill>
                  <a:schemeClr val="dk1"/>
                </a:solidFill>
              </a:rPr>
              <a:t>This code detects once the player has reached the goal ‘g’. It will then output the time taken in seconds into the terminal. Then it will find a free navigable tile and move the goal there, allowing the game to continue.</a:t>
            </a:r>
            <a:endParaRPr b="0" i="0" sz="2100" u="none" cap="none" strike="noStrike">
              <a:solidFill>
                <a:schemeClr val="dk1"/>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