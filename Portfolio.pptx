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Play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Play-regular.fntdata"/><Relationship Id="rId10" Type="http://schemas.openxmlformats.org/officeDocument/2006/relationships/slide" Target="slides/slide4.xml"/><Relationship Id="rId12" Type="http://schemas.openxmlformats.org/officeDocument/2006/relationships/font" Target="fonts/Play-bold.fntdata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50aba8e40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b50aba8e40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50aba8e40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b50aba8e40_2_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50aba8e4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50aba8e4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50aba8e4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50aba8e4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</a:pPr>
            <a:r>
              <a:rPr lang="en-GB"/>
              <a:t>Game Programming Fundamentals Portfolio</a:t>
            </a:r>
            <a:endParaRPr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GB"/>
              <a:t>Kieran Rowntree (Q2006504)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0" y="0"/>
            <a:ext cx="9144000" cy="510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</a:pPr>
            <a:r>
              <a:rPr lang="en-GB" sz="3000"/>
              <a:t>Weeks 6-12: Maze</a:t>
            </a:r>
            <a:endParaRPr sz="3000"/>
          </a:p>
        </p:txBody>
      </p:sp>
      <p:pic>
        <p:nvPicPr>
          <p:cNvPr id="136" name="Google Shape;136;p26" title="colour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63178"/>
            <a:ext cx="3834086" cy="432792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6"/>
          <p:cNvSpPr txBox="1"/>
          <p:nvPr/>
        </p:nvSpPr>
        <p:spPr>
          <a:xfrm>
            <a:off x="4605600" y="828550"/>
            <a:ext cx="3276900" cy="10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</a:rPr>
              <a:t>Assigned colour values to the given letters to give the maze its shape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</a:rPr>
              <a:t>Checked if there was a player, and their location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138" name="Google Shape;138;p26" title="player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9004" y="2771980"/>
            <a:ext cx="3276900" cy="1972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7" title="Movem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1075" y="152400"/>
            <a:ext cx="4352925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7" title="wal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550" y="3750300"/>
            <a:ext cx="31337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7"/>
          <p:cNvSpPr txBox="1"/>
          <p:nvPr/>
        </p:nvSpPr>
        <p:spPr>
          <a:xfrm>
            <a:off x="272400" y="567325"/>
            <a:ext cx="4299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</a:rPr>
              <a:t>Player </a:t>
            </a:r>
            <a:r>
              <a:rPr lang="en-GB" sz="2100">
                <a:solidFill>
                  <a:schemeClr val="dk1"/>
                </a:solidFill>
              </a:rPr>
              <a:t>movement</a:t>
            </a:r>
            <a:r>
              <a:rPr lang="en-GB" sz="2100">
                <a:solidFill>
                  <a:schemeClr val="dk1"/>
                </a:solidFill>
              </a:rPr>
              <a:t> and the map collision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8" title="free cel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906075" cy="15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8" title="point take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10137"/>
            <a:ext cx="3906076" cy="240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8"/>
          <p:cNvSpPr txBox="1"/>
          <p:nvPr/>
        </p:nvSpPr>
        <p:spPr>
          <a:xfrm>
            <a:off x="4424900" y="217025"/>
            <a:ext cx="39909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</a:rPr>
              <a:t>Find a free cell and detect when the player has reached the goal. Then outputs the time taken and moves the </a:t>
            </a:r>
            <a:r>
              <a:rPr lang="en-GB" sz="2100">
                <a:solidFill>
                  <a:schemeClr val="dk1"/>
                </a:solidFill>
              </a:rPr>
              <a:t>goal</a:t>
            </a:r>
            <a:r>
              <a:rPr lang="en-GB" sz="2100">
                <a:solidFill>
                  <a:schemeClr val="dk1"/>
                </a:solidFill>
              </a:rPr>
              <a:t> to a new location, restarting the clock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</a:rPr>
              <a:t>In this project i learned how to make </a:t>
            </a:r>
            <a:r>
              <a:rPr lang="en-GB" sz="2100">
                <a:solidFill>
                  <a:schemeClr val="dk1"/>
                </a:solidFill>
              </a:rPr>
              <a:t>the maze itself, how to make the character move and how to make a basic collision system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