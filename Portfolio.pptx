
<file path=[Content_Types].xml><?xml version="1.0" encoding="utf-8"?>
<Types xmlns="http://schemas.openxmlformats.org/package/2006/content-types">
  <Default ContentType="application/x-fontdata" Extension="fntdata"/>
  <Default ContentType="application/xml" Extension="xml"/>
  <Default ContentType="image/png" Extension="png"/>
  <Default ContentType="application/vnd.openxmlformats-officedocument.obfuscatedFont" Extension="odttf"/>
  <Default ContentType="application/vnd.openxmlformats-package.relationships+xml" Extension="rels"/>
  <Override ContentType="application/vnd.openxmlformats-officedocument.presentationml.notesSlide+xml" PartName="/ppt/notesSlides/notesSlide1.xml"/>
  <Override ContentType="application/vnd.openxmlformats-officedocument.presentationml.notesSlide+xml" PartName="/ppt/notesSlides/notesSlide3.xml"/>
  <Override ContentType="application/vnd.openxmlformats-officedocument.presentationml.notesSlide+xml" PartName="/ppt/notesSlides/notesSlide2.xml"/>
  <Override ContentType="application/vnd.openxmlformats-officedocument.presentationml.notesSlide+xml" PartName="/ppt/notesSlides/notesSlide5.xml"/>
  <Override ContentType="application/vnd.openxmlformats-officedocument.presentationml.notesSlide+xml" PartName="/ppt/notesSlides/notesSlide4.xml"/>
  <Override ContentType="application/vnd.openxmlformats-officedocument.presentationml.slideLayout+xml" PartName="/ppt/slideLayouts/slideLayout3.xml"/>
  <Override ContentType="application/vnd.openxmlformats-officedocument.presentationml.slideLayout+xml" PartName="/ppt/slideLayouts/slideLayout5.xml"/>
  <Override ContentType="application/vnd.openxmlformats-officedocument.presentationml.slideLayout+xml" PartName="/ppt/slideLayouts/slideLayout18.xml"/>
  <Override ContentType="application/vnd.openxmlformats-officedocument.presentationml.slideLayout+xml" PartName="/ppt/slideLayouts/slideLayout11.xml"/>
  <Override ContentType="application/vnd.openxmlformats-officedocument.presentationml.slideLayout+xml" PartName="/ppt/slideLayouts/slideLayout13.xml"/>
  <Override ContentType="application/vnd.openxmlformats-officedocument.presentationml.slideLayout+xml" PartName="/ppt/slideLayouts/slideLayout1.xml"/>
  <Override ContentType="application/vnd.openxmlformats-officedocument.presentationml.slideLayout+xml" PartName="/ppt/slideLayouts/slideLayout22.xml"/>
  <Override ContentType="application/vnd.openxmlformats-officedocument.presentationml.slideLayout+xml" PartName="/ppt/slideLayouts/slideLayout7.xml"/>
  <Override ContentType="application/vnd.openxmlformats-officedocument.presentationml.slideLayout+xml" PartName="/ppt/slideLayouts/slideLayout16.xml"/>
  <Override ContentType="application/vnd.openxmlformats-officedocument.presentationml.slideLayout+xml" PartName="/ppt/slideLayouts/slideLayout20.xml"/>
  <Override ContentType="application/vnd.openxmlformats-officedocument.presentationml.slideLayout+xml" PartName="/ppt/slideLayouts/slideLayout9.xml"/>
  <Override ContentType="application/vnd.openxmlformats-officedocument.presentationml.slideLayout+xml" PartName="/ppt/slideLayouts/slideLayout19.xml"/>
  <Override ContentType="application/vnd.openxmlformats-officedocument.presentationml.slideLayout+xml" PartName="/ppt/slideLayouts/slideLayout4.xml"/>
  <Override ContentType="application/vnd.openxmlformats-officedocument.presentationml.slideLayout+xml" PartName="/ppt/slideLayouts/slideLayout17.xml"/>
  <Override ContentType="application/vnd.openxmlformats-officedocument.presentationml.slideLayout+xml" PartName="/ppt/slideLayouts/slideLayout14.xml"/>
  <Override ContentType="application/vnd.openxmlformats-officedocument.presentationml.slideLayout+xml" PartName="/ppt/slideLayouts/slideLayout2.xml"/>
  <Override ContentType="application/vnd.openxmlformats-officedocument.presentationml.slideLayout+xml" PartName="/ppt/slideLayouts/slideLayout12.xml"/>
  <Override ContentType="application/vnd.openxmlformats-officedocument.presentationml.slideLayout+xml" PartName="/ppt/slideLayouts/slideLayout10.xml"/>
  <Override ContentType="application/vnd.openxmlformats-officedocument.presentationml.slideLayout+xml" PartName="/ppt/slideLayouts/slideLayout15.xml"/>
  <Override ContentType="application/vnd.openxmlformats-officedocument.presentationml.slideLayout+xml" PartName="/ppt/slideLayouts/slideLayout6.xml"/>
  <Override ContentType="application/vnd.openxmlformats-officedocument.presentationml.slideLayout+xml" PartName="/ppt/slideLayouts/slideLayout8.xml"/>
  <Override ContentType="application/vnd.openxmlformats-officedocument.presentationml.slideLayout+xml" PartName="/ppt/slideLayouts/slideLayout21.xml"/>
  <Override ContentType="application/vnd.openxmlformats-officedocument.presentationml.slideMaster+xml" PartName="/ppt/slideMasters/slideMaster2.xml"/>
  <Override ContentType="application/vnd.openxmlformats-officedocument.presentationml.slideMaster+xml" PartName="/ppt/slideMasters/slideMaster1.xml"/>
  <Override ContentType="application/vnd.openxmlformats-officedocument.presentationml.slide+xml" PartName="/ppt/slides/slide4.xml"/>
  <Override ContentType="application/vnd.openxmlformats-officedocument.presentationml.slide+xml" PartName="/ppt/slides/slide1.xml"/>
  <Override ContentType="application/vnd.openxmlformats-officedocument.presentationml.slide+xml" PartName="/ppt/slides/slide2.xml"/>
  <Override ContentType="application/vnd.openxmlformats-officedocument.presentationml.slide+xml" PartName="/ppt/slides/slide3.xml"/>
  <Override ContentType="application/vnd.openxmlformats-officedocument.presentationml.slide+xml" PartName="/ppt/slides/slide5.xml"/>
  <Override ContentType="application/vnd.openxmlformats-officedocument.presentationml.notesMaster+xml" PartName="/ppt/notesMasters/notesMaster1.xml"/>
  <Override ContentType="application/vnd.openxmlformats-officedocument.presentationml.presentation.main+xml" PartName="/ppt/presentation.xml"/>
  <Override ContentType="application/vnd.openxmlformats-officedocument.presentationml.presProps+xml" PartName="/ppt/presProps.xml"/>
  <Override ContentType="application/vnd.openxmlformats-officedocument.theme+xml" PartName="/ppt/theme/theme1.xml"/>
  <Override ContentType="application/vnd.openxmlformats-officedocument.theme+xml" PartName="/ppt/theme/theme2.xml"/>
  <Override ContentType="application/vnd.openxmlformats-officedocument.theme+xml" PartName="/ppt/theme/theme3.xml"/>
  <Override ContentType="application/vnd.openxmlformats-officedocument.presentationml.viewProps+xml" PartName="/ppt/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autoCompressPictures="0" embedTrueTypeFonts="1" strictFirstAndLastChars="0" saveSubsetFonts="1">
  <p:sldMasterIdLst>
    <p:sldMasterId id="2147483670" r:id="rId4"/>
    <p:sldMasterId id="2147483671" r:id="rId5"/>
  </p:sldMasterIdLst>
  <p:notesMasterIdLst>
    <p:notesMasterId r:id="rId6"/>
  </p:notesMasterIdLst>
  <p:sldIdLst>
    <p:sldId id="256" r:id="rId7"/>
    <p:sldId id="257" r:id="rId8"/>
    <p:sldId id="258" r:id="rId9"/>
    <p:sldId id="259" r:id="rId10"/>
    <p:sldId id="260" r:id="rId11"/>
  </p:sldIdLst>
  <p:sldSz cy="5143500" cx="9144000"/>
  <p:notesSz cx="6858000" cy="9144000"/>
  <p:embeddedFontLst>
    <p:embeddedFont>
      <p:font typeface="Play"/>
      <p:regular r:id="rId12"/>
      <p:bold r:id="rId13"/>
    </p:embeddedFont>
  </p:embeddedFontLst>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defaultTextStyle>
  <p:extLst>
    <p:ext uri="{EFAFB233-063F-42B5-8137-9DF3F51BA10A}">
      <p15:sldGuideLst>
        <p15:guide id="1" orient="horz" pos="1620">
          <p15:clr>
            <a:srgbClr val="747775"/>
          </p15:clr>
        </p15:guide>
        <p15:guide id="2" pos="2880">
          <p15:clr>
            <a:srgbClr val="747775"/>
          </p15:clr>
        </p15:guide>
      </p15:sldGuideLst>
    </p:ext>
  </p:extLst>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file>

<file path=ppt/viewProps.xml><?xml version="1.0" encoding="utf-8"?>
<p:view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Comments="0">
  <p:slideViewPr>
    <p:cSldViewPr snapToGrid="0">
      <p:cViewPr varScale="1">
        <p:scale>
          <a:sx n="100" d="100"/>
          <a:sy n="100" d="100"/>
        </p:scale>
        <p:origin x="0" y="0"/>
      </p:cViewPr>
      <p:guideLst>
        <p:guide pos="1620" orient="horz"/>
        <p:guide pos="2880"/>
      </p:guideLst>
    </p:cSldViewPr>
  </p:slideViewPr>
</p:viewPr>
</file>

<file path=ppt/_rels/presentation.xml.rels><?xml version="1.0" encoding="UTF-8" standalone="yes"?><Relationships xmlns="http://schemas.openxmlformats.org/package/2006/relationships"><Relationship Id="rId11" Type="http://schemas.openxmlformats.org/officeDocument/2006/relationships/slide" Target="slides/slide5.xml"/><Relationship Id="rId10" Type="http://schemas.openxmlformats.org/officeDocument/2006/relationships/slide" Target="slides/slide4.xml"/><Relationship Id="rId13" Type="http://schemas.openxmlformats.org/officeDocument/2006/relationships/font" Target="fonts/Play-bold.fntdata"/><Relationship Id="rId12" Type="http://schemas.openxmlformats.org/officeDocument/2006/relationships/font" Target="fonts/Play-regular.fntdata"/><Relationship Id="rId1" Type="http://schemas.openxmlformats.org/officeDocument/2006/relationships/theme" Target="theme/theme3.xml"/><Relationship Id="rId2" Type="http://schemas.openxmlformats.org/officeDocument/2006/relationships/viewProps" Target="viewProps.xml"/><Relationship Id="rId3" Type="http://schemas.openxmlformats.org/officeDocument/2006/relationships/presProps" Target="presProps.xml"/><Relationship Id="rId4" Type="http://schemas.openxmlformats.org/officeDocument/2006/relationships/slideMaster" Target="slideMasters/slideMaster1.xml"/><Relationship Id="rId9" Type="http://schemas.openxmlformats.org/officeDocument/2006/relationships/slide" Target="slides/slide3.xml"/><Relationship Id="rId5" Type="http://schemas.openxmlformats.org/officeDocument/2006/relationships/slideMaster" Target="slideMasters/slideMaster2.xml"/><Relationship Id="rId6" Type="http://schemas.openxmlformats.org/officeDocument/2006/relationships/notesMaster" Target="notesMasters/notesMaster1.xml"/><Relationship Id="rId7" Type="http://schemas.openxmlformats.org/officeDocument/2006/relationships/slide" Target="slides/slide1.xml"/><Relationship Id="rId8" Type="http://schemas.openxmlformats.org/officeDocument/2006/relationships/slide" Target="slides/slide2.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1.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 name="Shape 2"/>
        <p:cNvGrpSpPr/>
        <p:nvPr/>
      </p:nvGrpSpPr>
      <p:grpSpPr>
        <a:xfrm>
          <a:off x="0" y="0"/>
          <a:ext cx="0" cy="0"/>
          <a:chOff x="0" y="0"/>
          <a:chExt cx="0" cy="0"/>
        </a:xfrm>
      </p:grpSpPr>
      <p:sp>
        <p:nvSpPr>
          <p:cNvPr id="3" name="Google Shape;3;n"/>
          <p:cNvSpPr/>
          <p:nvPr>
            <p:ph idx="2" type="sldImg"/>
          </p:nvPr>
        </p:nvSpPr>
        <p:spPr>
          <a:xfrm>
            <a:off x="381300" y="685800"/>
            <a:ext cx="6096075" cy="3429000"/>
          </a:xfrm>
          <a:custGeom>
            <a:rect b="b" l="l" r="r" t="t"/>
            <a:pathLst>
              <a:path extrusionOk="0" h="120000" w="120000">
                <a:moveTo>
                  <a:pt x="0" y="0"/>
                </a:moveTo>
                <a:lnTo>
                  <a:pt x="120000" y="0"/>
                </a:lnTo>
                <a:lnTo>
                  <a:pt x="120000" y="120000"/>
                </a:lnTo>
                <a:lnTo>
                  <a:pt x="0" y="120000"/>
                </a:lnTo>
                <a:close/>
              </a:path>
            </a:pathLst>
          </a:custGeom>
          <a:noFill/>
          <a:ln cap="flat" cmpd="sng" w="9525">
            <a:solidFill>
              <a:srgbClr val="000000"/>
            </a:solidFill>
            <a:prstDash val="solid"/>
            <a:round/>
            <a:headEnd len="sm" w="sm" type="none"/>
            <a:tailEnd len="sm" w="sm" type="none"/>
          </a:ln>
        </p:spPr>
      </p:sp>
      <p:sp>
        <p:nvSpPr>
          <p:cNvPr id="4" name="Google Shape;4;n"/>
          <p:cNvSpPr txBox="1"/>
          <p:nvPr>
            <p:ph idx="1" type="body"/>
          </p:nvPr>
        </p:nvSpPr>
        <p:spPr>
          <a:xfrm>
            <a:off x="685800" y="4343400"/>
            <a:ext cx="5486400" cy="4114800"/>
          </a:xfrm>
          <a:prstGeom prst="rect">
            <a:avLst/>
          </a:prstGeom>
          <a:noFill/>
          <a:ln>
            <a:noFill/>
          </a:ln>
        </p:spPr>
        <p:txBody>
          <a:bodyPr anchorCtr="0" anchor="t" bIns="91425" lIns="91425" spcFirstLastPara="1" rIns="91425" wrap="square" tIns="91425">
            <a:noAutofit/>
          </a:bodyPr>
          <a:lstStyle>
            <a:lvl1pPr indent="-298450" lvl="0" marL="457200" marR="0" rtl="0" algn="l">
              <a:lnSpc>
                <a:spcPct val="100000"/>
              </a:lnSpc>
              <a:spcBef>
                <a:spcPts val="0"/>
              </a:spcBef>
              <a:spcAft>
                <a:spcPts val="0"/>
              </a:spcAft>
              <a:buClr>
                <a:srgbClr val="000000"/>
              </a:buClr>
              <a:buSzPts val="1100"/>
              <a:buFont typeface="Arial"/>
              <a:buChar char="●"/>
              <a:defRPr b="0" i="0" sz="1100" u="none" cap="none" strike="noStrike">
                <a:solidFill>
                  <a:srgbClr val="000000"/>
                </a:solidFill>
                <a:latin typeface="Arial"/>
                <a:ea typeface="Arial"/>
                <a:cs typeface="Arial"/>
                <a:sym typeface="Arial"/>
              </a:defRPr>
            </a:lvl1pPr>
            <a:lvl2pPr indent="-298450" lvl="1" marL="914400" marR="0" rtl="0" algn="l">
              <a:lnSpc>
                <a:spcPct val="100000"/>
              </a:lnSpc>
              <a:spcBef>
                <a:spcPts val="0"/>
              </a:spcBef>
              <a:spcAft>
                <a:spcPts val="0"/>
              </a:spcAft>
              <a:buClr>
                <a:srgbClr val="000000"/>
              </a:buClr>
              <a:buSzPts val="1100"/>
              <a:buFont typeface="Arial"/>
              <a:buChar char="○"/>
              <a:defRPr b="0" i="0" sz="1100" u="none" cap="none" strike="noStrike">
                <a:solidFill>
                  <a:srgbClr val="000000"/>
                </a:solidFill>
                <a:latin typeface="Arial"/>
                <a:ea typeface="Arial"/>
                <a:cs typeface="Arial"/>
                <a:sym typeface="Arial"/>
              </a:defRPr>
            </a:lvl2pPr>
            <a:lvl3pPr indent="-298450" lvl="2" marL="1371600" marR="0" rtl="0" algn="l">
              <a:lnSpc>
                <a:spcPct val="100000"/>
              </a:lnSpc>
              <a:spcBef>
                <a:spcPts val="0"/>
              </a:spcBef>
              <a:spcAft>
                <a:spcPts val="0"/>
              </a:spcAft>
              <a:buClr>
                <a:srgbClr val="000000"/>
              </a:buClr>
              <a:buSzPts val="1100"/>
              <a:buFont typeface="Arial"/>
              <a:buChar char="■"/>
              <a:defRPr b="0" i="0" sz="1100" u="none" cap="none" strike="noStrike">
                <a:solidFill>
                  <a:srgbClr val="000000"/>
                </a:solidFill>
                <a:latin typeface="Arial"/>
                <a:ea typeface="Arial"/>
                <a:cs typeface="Arial"/>
                <a:sym typeface="Arial"/>
              </a:defRPr>
            </a:lvl3pPr>
            <a:lvl4pPr indent="-298450" lvl="3" marL="1828800" marR="0" rtl="0" algn="l">
              <a:lnSpc>
                <a:spcPct val="100000"/>
              </a:lnSpc>
              <a:spcBef>
                <a:spcPts val="0"/>
              </a:spcBef>
              <a:spcAft>
                <a:spcPts val="0"/>
              </a:spcAft>
              <a:buClr>
                <a:srgbClr val="000000"/>
              </a:buClr>
              <a:buSzPts val="1100"/>
              <a:buFont typeface="Arial"/>
              <a:buChar char="●"/>
              <a:defRPr b="0" i="0" sz="1100" u="none" cap="none" strike="noStrike">
                <a:solidFill>
                  <a:srgbClr val="000000"/>
                </a:solidFill>
                <a:latin typeface="Arial"/>
                <a:ea typeface="Arial"/>
                <a:cs typeface="Arial"/>
                <a:sym typeface="Arial"/>
              </a:defRPr>
            </a:lvl4pPr>
            <a:lvl5pPr indent="-298450" lvl="4" marL="2286000" marR="0" rtl="0" algn="l">
              <a:lnSpc>
                <a:spcPct val="100000"/>
              </a:lnSpc>
              <a:spcBef>
                <a:spcPts val="0"/>
              </a:spcBef>
              <a:spcAft>
                <a:spcPts val="0"/>
              </a:spcAft>
              <a:buClr>
                <a:srgbClr val="000000"/>
              </a:buClr>
              <a:buSzPts val="1100"/>
              <a:buFont typeface="Arial"/>
              <a:buChar char="○"/>
              <a:defRPr b="0" i="0" sz="1100" u="none" cap="none" strike="noStrike">
                <a:solidFill>
                  <a:srgbClr val="000000"/>
                </a:solidFill>
                <a:latin typeface="Arial"/>
                <a:ea typeface="Arial"/>
                <a:cs typeface="Arial"/>
                <a:sym typeface="Arial"/>
              </a:defRPr>
            </a:lvl5pPr>
            <a:lvl6pPr indent="-298450" lvl="5" marL="2743200" marR="0" rtl="0" algn="l">
              <a:lnSpc>
                <a:spcPct val="100000"/>
              </a:lnSpc>
              <a:spcBef>
                <a:spcPts val="0"/>
              </a:spcBef>
              <a:spcAft>
                <a:spcPts val="0"/>
              </a:spcAft>
              <a:buClr>
                <a:srgbClr val="000000"/>
              </a:buClr>
              <a:buSzPts val="1100"/>
              <a:buFont typeface="Arial"/>
              <a:buChar char="■"/>
              <a:defRPr b="0" i="0" sz="1100" u="none" cap="none" strike="noStrike">
                <a:solidFill>
                  <a:srgbClr val="000000"/>
                </a:solidFill>
                <a:latin typeface="Arial"/>
                <a:ea typeface="Arial"/>
                <a:cs typeface="Arial"/>
                <a:sym typeface="Arial"/>
              </a:defRPr>
            </a:lvl6pPr>
            <a:lvl7pPr indent="-298450" lvl="6" marL="3200400" marR="0" rtl="0" algn="l">
              <a:lnSpc>
                <a:spcPct val="100000"/>
              </a:lnSpc>
              <a:spcBef>
                <a:spcPts val="0"/>
              </a:spcBef>
              <a:spcAft>
                <a:spcPts val="0"/>
              </a:spcAft>
              <a:buClr>
                <a:srgbClr val="000000"/>
              </a:buClr>
              <a:buSzPts val="1100"/>
              <a:buFont typeface="Arial"/>
              <a:buChar char="●"/>
              <a:defRPr b="0" i="0" sz="1100" u="none" cap="none" strike="noStrike">
                <a:solidFill>
                  <a:srgbClr val="000000"/>
                </a:solidFill>
                <a:latin typeface="Arial"/>
                <a:ea typeface="Arial"/>
                <a:cs typeface="Arial"/>
                <a:sym typeface="Arial"/>
              </a:defRPr>
            </a:lvl7pPr>
            <a:lvl8pPr indent="-298450" lvl="7" marL="3657600" marR="0" rtl="0" algn="l">
              <a:lnSpc>
                <a:spcPct val="100000"/>
              </a:lnSpc>
              <a:spcBef>
                <a:spcPts val="0"/>
              </a:spcBef>
              <a:spcAft>
                <a:spcPts val="0"/>
              </a:spcAft>
              <a:buClr>
                <a:srgbClr val="000000"/>
              </a:buClr>
              <a:buSzPts val="1100"/>
              <a:buFont typeface="Arial"/>
              <a:buChar char="○"/>
              <a:defRPr b="0" i="0" sz="1100" u="none" cap="none" strike="noStrike">
                <a:solidFill>
                  <a:srgbClr val="000000"/>
                </a:solidFill>
                <a:latin typeface="Arial"/>
                <a:ea typeface="Arial"/>
                <a:cs typeface="Arial"/>
                <a:sym typeface="Arial"/>
              </a:defRPr>
            </a:lvl8pPr>
            <a:lvl9pPr indent="-298450" lvl="8" marL="4114800" marR="0" rtl="0" algn="l">
              <a:lnSpc>
                <a:spcPct val="100000"/>
              </a:lnSpc>
              <a:spcBef>
                <a:spcPts val="0"/>
              </a:spcBef>
              <a:spcAft>
                <a:spcPts val="0"/>
              </a:spcAft>
              <a:buClr>
                <a:srgbClr val="000000"/>
              </a:buClr>
              <a:buSzPts val="1100"/>
              <a:buFont typeface="Arial"/>
              <a:buChar char="■"/>
              <a:defRPr b="0" i="0" sz="1100" u="none" cap="none" strike="noStrike">
                <a:solidFill>
                  <a:srgbClr val="000000"/>
                </a:solidFill>
                <a:latin typeface="Arial"/>
                <a:ea typeface="Arial"/>
                <a:cs typeface="Arial"/>
                <a:sym typeface="Arial"/>
              </a:defRPr>
            </a:lvl9pPr>
          </a:lstStyle>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25" name="Shape 125"/>
        <p:cNvGrpSpPr/>
        <p:nvPr/>
      </p:nvGrpSpPr>
      <p:grpSpPr>
        <a:xfrm>
          <a:off x="0" y="0"/>
          <a:ext cx="0" cy="0"/>
          <a:chOff x="0" y="0"/>
          <a:chExt cx="0" cy="0"/>
        </a:xfrm>
      </p:grpSpPr>
      <p:sp>
        <p:nvSpPr>
          <p:cNvPr id="126" name="Google Shape;126;p1:notes"/>
          <p:cNvSpPr txBox="1"/>
          <p:nvPr>
            <p:ph idx="1" type="body"/>
          </p:nvPr>
        </p:nvSpPr>
        <p:spPr>
          <a:xfrm>
            <a:off x="685800" y="4343400"/>
            <a:ext cx="5486400" cy="4114800"/>
          </a:xfrm>
          <a:prstGeom prst="rect">
            <a:avLst/>
          </a:prstGeom>
          <a:noFill/>
          <a:ln>
            <a:noFill/>
          </a:ln>
        </p:spPr>
        <p:txBody>
          <a:bodyPr anchorCtr="0" anchor="t" bIns="91425" lIns="91425" spcFirstLastPara="1" rIns="91425" wrap="square" tIns="91425">
            <a:noAutofit/>
          </a:bodyPr>
          <a:lstStyle/>
          <a:p>
            <a:pPr indent="0" lvl="0" marL="0" rtl="0" algn="l">
              <a:lnSpc>
                <a:spcPct val="100000"/>
              </a:lnSpc>
              <a:spcBef>
                <a:spcPts val="0"/>
              </a:spcBef>
              <a:spcAft>
                <a:spcPts val="0"/>
              </a:spcAft>
              <a:buSzPts val="1100"/>
              <a:buNone/>
            </a:pPr>
            <a:r>
              <a:t/>
            </a:r>
            <a:endParaRPr/>
          </a:p>
        </p:txBody>
      </p:sp>
      <p:sp>
        <p:nvSpPr>
          <p:cNvPr id="127" name="Google Shape;127;p1:notes"/>
          <p:cNvSpPr/>
          <p:nvPr>
            <p:ph idx="2" type="sldImg"/>
          </p:nvPr>
        </p:nvSpPr>
        <p:spPr>
          <a:xfrm>
            <a:off x="1143225" y="685800"/>
            <a:ext cx="4572225" cy="3429000"/>
          </a:xfrm>
          <a:custGeom>
            <a:rect b="b" l="l" r="r" t="t"/>
            <a:pathLst>
              <a:path extrusionOk="0" h="120000" w="120000">
                <a:moveTo>
                  <a:pt x="0" y="0"/>
                </a:moveTo>
                <a:lnTo>
                  <a:pt x="120000" y="0"/>
                </a:lnTo>
                <a:lnTo>
                  <a:pt x="120000" y="120000"/>
                </a:lnTo>
                <a:lnTo>
                  <a:pt x="0" y="120000"/>
                </a:lnTo>
                <a:close/>
              </a:path>
            </a:pathLst>
          </a:custGeom>
          <a:noFill/>
          <a:ln cap="flat" cmpd="sng" w="9525">
            <a:solidFill>
              <a:srgbClr val="000000"/>
            </a:solidFill>
            <a:prstDash val="solid"/>
            <a:round/>
            <a:headEnd len="sm" w="sm" type="none"/>
            <a:tailEnd len="sm" w="sm" type="none"/>
          </a:ln>
        </p:spPr>
      </p:sp>
    </p:spTree>
  </p:cSld>
  <p:clrMapOvr>
    <a:masterClrMapping/>
  </p:clrMapOvr>
</p:notes>
</file>

<file path=ppt/notesSlides/notesSlide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31" name="Shape 131"/>
        <p:cNvGrpSpPr/>
        <p:nvPr/>
      </p:nvGrpSpPr>
      <p:grpSpPr>
        <a:xfrm>
          <a:off x="0" y="0"/>
          <a:ext cx="0" cy="0"/>
          <a:chOff x="0" y="0"/>
          <a:chExt cx="0" cy="0"/>
        </a:xfrm>
      </p:grpSpPr>
      <p:sp>
        <p:nvSpPr>
          <p:cNvPr id="132" name="Google Shape;132;p2:notes"/>
          <p:cNvSpPr txBox="1"/>
          <p:nvPr>
            <p:ph idx="1" type="body"/>
          </p:nvPr>
        </p:nvSpPr>
        <p:spPr>
          <a:xfrm>
            <a:off x="685800" y="4343400"/>
            <a:ext cx="5486400" cy="4114800"/>
          </a:xfrm>
          <a:prstGeom prst="rect">
            <a:avLst/>
          </a:prstGeom>
          <a:noFill/>
          <a:ln>
            <a:noFill/>
          </a:ln>
        </p:spPr>
        <p:txBody>
          <a:bodyPr anchorCtr="0" anchor="t" bIns="91425" lIns="91425" spcFirstLastPara="1" rIns="91425" wrap="square" tIns="91425">
            <a:noAutofit/>
          </a:bodyPr>
          <a:lstStyle/>
          <a:p>
            <a:pPr indent="0" lvl="0" marL="0" rtl="0" algn="l">
              <a:lnSpc>
                <a:spcPct val="100000"/>
              </a:lnSpc>
              <a:spcBef>
                <a:spcPts val="0"/>
              </a:spcBef>
              <a:spcAft>
                <a:spcPts val="0"/>
              </a:spcAft>
              <a:buSzPts val="1100"/>
              <a:buNone/>
            </a:pPr>
            <a:r>
              <a:t/>
            </a:r>
            <a:endParaRPr/>
          </a:p>
        </p:txBody>
      </p:sp>
      <p:sp>
        <p:nvSpPr>
          <p:cNvPr id="133" name="Google Shape;133;p2:notes"/>
          <p:cNvSpPr/>
          <p:nvPr>
            <p:ph idx="2" type="sldImg"/>
          </p:nvPr>
        </p:nvSpPr>
        <p:spPr>
          <a:xfrm>
            <a:off x="1143225" y="685800"/>
            <a:ext cx="4572225" cy="3429000"/>
          </a:xfrm>
          <a:custGeom>
            <a:rect b="b" l="l" r="r" t="t"/>
            <a:pathLst>
              <a:path extrusionOk="0" h="120000" w="120000">
                <a:moveTo>
                  <a:pt x="0" y="0"/>
                </a:moveTo>
                <a:lnTo>
                  <a:pt x="120000" y="0"/>
                </a:lnTo>
                <a:lnTo>
                  <a:pt x="120000" y="120000"/>
                </a:lnTo>
                <a:lnTo>
                  <a:pt x="0" y="120000"/>
                </a:lnTo>
                <a:close/>
              </a:path>
            </a:pathLst>
          </a:custGeom>
          <a:noFill/>
          <a:ln cap="flat" cmpd="sng" w="9525">
            <a:solidFill>
              <a:srgbClr val="000000"/>
            </a:solidFill>
            <a:prstDash val="solid"/>
            <a:round/>
            <a:headEnd len="sm" w="sm" type="none"/>
            <a:tailEnd len="sm" w="sm" type="none"/>
          </a:ln>
        </p:spPr>
      </p:sp>
    </p:spTree>
  </p:cSld>
  <p:clrMapOvr>
    <a:masterClrMapping/>
  </p:clrMapOvr>
</p:notes>
</file>

<file path=ppt/notesSlides/notesSlide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39" name="Shape 139"/>
        <p:cNvGrpSpPr/>
        <p:nvPr/>
      </p:nvGrpSpPr>
      <p:grpSpPr>
        <a:xfrm>
          <a:off x="0" y="0"/>
          <a:ext cx="0" cy="0"/>
          <a:chOff x="0" y="0"/>
          <a:chExt cx="0" cy="0"/>
        </a:xfrm>
      </p:grpSpPr>
      <p:sp>
        <p:nvSpPr>
          <p:cNvPr id="140" name="Google Shape;140;p3: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a:noFill/>
          <a:ln cap="flat" cmpd="sng" w="9525">
            <a:solidFill>
              <a:srgbClr val="000000"/>
            </a:solidFill>
            <a:prstDash val="solid"/>
            <a:round/>
            <a:headEnd len="sm" w="sm" type="none"/>
            <a:tailEnd len="sm" w="sm" type="none"/>
          </a:ln>
        </p:spPr>
      </p:sp>
      <p:sp>
        <p:nvSpPr>
          <p:cNvPr id="141" name="Google Shape;141;p3:notes"/>
          <p:cNvSpPr txBox="1"/>
          <p:nvPr>
            <p:ph idx="1" type="body"/>
          </p:nvPr>
        </p:nvSpPr>
        <p:spPr>
          <a:xfrm>
            <a:off x="685800" y="4343400"/>
            <a:ext cx="5486400" cy="4114800"/>
          </a:xfrm>
          <a:prstGeom prst="rect">
            <a:avLst/>
          </a:prstGeom>
          <a:noFill/>
          <a:ln>
            <a:noFill/>
          </a:ln>
        </p:spPr>
        <p:txBody>
          <a:bodyPr anchorCtr="0" anchor="t" bIns="91425" lIns="91425" spcFirstLastPara="1" rIns="91425" wrap="square" tIns="91425">
            <a:noAutofit/>
          </a:bodyPr>
          <a:lstStyle/>
          <a:p>
            <a:pPr indent="0" lvl="0" marL="0" rtl="0" algn="l">
              <a:lnSpc>
                <a:spcPct val="100000"/>
              </a:lnSpc>
              <a:spcBef>
                <a:spcPts val="0"/>
              </a:spcBef>
              <a:spcAft>
                <a:spcPts val="0"/>
              </a:spcAft>
              <a:buSzPts val="1100"/>
              <a:buNone/>
            </a:pPr>
            <a:r>
              <a:t/>
            </a:r>
            <a:endParaRPr/>
          </a:p>
        </p:txBody>
      </p:sp>
    </p:spTree>
  </p:cSld>
  <p:clrMapOvr>
    <a:masterClrMapping/>
  </p:clrMapOvr>
</p:notes>
</file>

<file path=ppt/notesSlides/notesSlide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46" name="Shape 146"/>
        <p:cNvGrpSpPr/>
        <p:nvPr/>
      </p:nvGrpSpPr>
      <p:grpSpPr>
        <a:xfrm>
          <a:off x="0" y="0"/>
          <a:ext cx="0" cy="0"/>
          <a:chOff x="0" y="0"/>
          <a:chExt cx="0" cy="0"/>
        </a:xfrm>
      </p:grpSpPr>
      <p:sp>
        <p:nvSpPr>
          <p:cNvPr id="147" name="Google Shape;147;p4: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a:noFill/>
          <a:ln cap="flat" cmpd="sng" w="9525">
            <a:solidFill>
              <a:srgbClr val="000000"/>
            </a:solidFill>
            <a:prstDash val="solid"/>
            <a:round/>
            <a:headEnd len="sm" w="sm" type="none"/>
            <a:tailEnd len="sm" w="sm" type="none"/>
          </a:ln>
        </p:spPr>
      </p:sp>
      <p:sp>
        <p:nvSpPr>
          <p:cNvPr id="148" name="Google Shape;148;p4:notes"/>
          <p:cNvSpPr txBox="1"/>
          <p:nvPr>
            <p:ph idx="1" type="body"/>
          </p:nvPr>
        </p:nvSpPr>
        <p:spPr>
          <a:xfrm>
            <a:off x="685800" y="4343400"/>
            <a:ext cx="5486400" cy="4114800"/>
          </a:xfrm>
          <a:prstGeom prst="rect">
            <a:avLst/>
          </a:prstGeom>
          <a:noFill/>
          <a:ln>
            <a:noFill/>
          </a:ln>
        </p:spPr>
        <p:txBody>
          <a:bodyPr anchorCtr="0" anchor="t" bIns="91425" lIns="91425" spcFirstLastPara="1" rIns="91425" wrap="square" tIns="91425">
            <a:noAutofit/>
          </a:bodyPr>
          <a:lstStyle/>
          <a:p>
            <a:pPr indent="0" lvl="0" marL="0" rtl="0" algn="l">
              <a:lnSpc>
                <a:spcPct val="100000"/>
              </a:lnSpc>
              <a:spcBef>
                <a:spcPts val="0"/>
              </a:spcBef>
              <a:spcAft>
                <a:spcPts val="0"/>
              </a:spcAft>
              <a:buSzPts val="1100"/>
              <a:buNone/>
            </a:pPr>
            <a:r>
              <a:t/>
            </a:r>
            <a:endParaRPr/>
          </a:p>
        </p:txBody>
      </p:sp>
    </p:spTree>
  </p:cSld>
  <p:clrMapOvr>
    <a:masterClrMapping/>
  </p:clrMapOvr>
</p:notes>
</file>

<file path=ppt/notesSlides/notesSlide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53" name="Shape 153"/>
        <p:cNvGrpSpPr/>
        <p:nvPr/>
      </p:nvGrpSpPr>
      <p:grpSpPr>
        <a:xfrm>
          <a:off x="0" y="0"/>
          <a:ext cx="0" cy="0"/>
          <a:chOff x="0" y="0"/>
          <a:chExt cx="0" cy="0"/>
        </a:xfrm>
      </p:grpSpPr>
      <p:sp>
        <p:nvSpPr>
          <p:cNvPr id="154" name="Google Shape;154;g3d2ea5f032f_0_0: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55" name="Google Shape;155;g3d2ea5f032f_0_0: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4.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5.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6.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7.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8.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9.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0.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1.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2.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Slide" type="title">
  <p:cSld name="TITLE">
    <p:spTree>
      <p:nvGrpSpPr>
        <p:cNvPr id="11" name="Shape 11"/>
        <p:cNvGrpSpPr/>
        <p:nvPr/>
      </p:nvGrpSpPr>
      <p:grpSpPr>
        <a:xfrm>
          <a:off x="0" y="0"/>
          <a:ext cx="0" cy="0"/>
          <a:chOff x="0" y="0"/>
          <a:chExt cx="0" cy="0"/>
        </a:xfrm>
      </p:grpSpPr>
      <p:sp>
        <p:nvSpPr>
          <p:cNvPr id="12" name="Google Shape;12;p2"/>
          <p:cNvSpPr txBox="1"/>
          <p:nvPr>
            <p:ph type="ctrTitle"/>
          </p:nvPr>
        </p:nvSpPr>
        <p:spPr>
          <a:xfrm>
            <a:off x="1143000" y="841772"/>
            <a:ext cx="6858000" cy="1790700"/>
          </a:xfrm>
          <a:prstGeom prst="rect">
            <a:avLst/>
          </a:prstGeom>
          <a:noFill/>
          <a:ln>
            <a:noFill/>
          </a:ln>
        </p:spPr>
        <p:txBody>
          <a:bodyPr anchorCtr="0" anchor="b" bIns="34275" lIns="68575" spcFirstLastPara="1" rIns="68575" wrap="square" tIns="34275">
            <a:normAutofit/>
          </a:bodyPr>
          <a:lstStyle>
            <a:lvl1pPr lvl="0" algn="ctr">
              <a:lnSpc>
                <a:spcPct val="90000"/>
              </a:lnSpc>
              <a:spcBef>
                <a:spcPts val="0"/>
              </a:spcBef>
              <a:spcAft>
                <a:spcPts val="0"/>
              </a:spcAft>
              <a:buClr>
                <a:schemeClr val="dk1"/>
              </a:buClr>
              <a:buSzPts val="4500"/>
              <a:buFont typeface="Play"/>
              <a:buNone/>
              <a:defRPr sz="4500"/>
            </a:lvl1pPr>
            <a:lvl2pPr lvl="1" algn="l">
              <a:lnSpc>
                <a:spcPct val="100000"/>
              </a:lnSpc>
              <a:spcBef>
                <a:spcPts val="0"/>
              </a:spcBef>
              <a:spcAft>
                <a:spcPts val="0"/>
              </a:spcAft>
              <a:buSzPts val="1100"/>
              <a:buNone/>
              <a:defRPr/>
            </a:lvl2pPr>
            <a:lvl3pPr lvl="2" algn="l">
              <a:lnSpc>
                <a:spcPct val="100000"/>
              </a:lnSpc>
              <a:spcBef>
                <a:spcPts val="0"/>
              </a:spcBef>
              <a:spcAft>
                <a:spcPts val="0"/>
              </a:spcAft>
              <a:buSzPts val="1100"/>
              <a:buNone/>
              <a:defRPr/>
            </a:lvl3pPr>
            <a:lvl4pPr lvl="3" algn="l">
              <a:lnSpc>
                <a:spcPct val="100000"/>
              </a:lnSpc>
              <a:spcBef>
                <a:spcPts val="0"/>
              </a:spcBef>
              <a:spcAft>
                <a:spcPts val="0"/>
              </a:spcAft>
              <a:buSzPts val="1100"/>
              <a:buNone/>
              <a:defRPr/>
            </a:lvl4pPr>
            <a:lvl5pPr lvl="4" algn="l">
              <a:lnSpc>
                <a:spcPct val="100000"/>
              </a:lnSpc>
              <a:spcBef>
                <a:spcPts val="0"/>
              </a:spcBef>
              <a:spcAft>
                <a:spcPts val="0"/>
              </a:spcAft>
              <a:buSzPts val="1100"/>
              <a:buNone/>
              <a:defRPr/>
            </a:lvl5pPr>
            <a:lvl6pPr lvl="5" algn="l">
              <a:lnSpc>
                <a:spcPct val="100000"/>
              </a:lnSpc>
              <a:spcBef>
                <a:spcPts val="0"/>
              </a:spcBef>
              <a:spcAft>
                <a:spcPts val="0"/>
              </a:spcAft>
              <a:buSzPts val="1100"/>
              <a:buNone/>
              <a:defRPr/>
            </a:lvl6pPr>
            <a:lvl7pPr lvl="6" algn="l">
              <a:lnSpc>
                <a:spcPct val="100000"/>
              </a:lnSpc>
              <a:spcBef>
                <a:spcPts val="0"/>
              </a:spcBef>
              <a:spcAft>
                <a:spcPts val="0"/>
              </a:spcAft>
              <a:buSzPts val="1100"/>
              <a:buNone/>
              <a:defRPr/>
            </a:lvl7pPr>
            <a:lvl8pPr lvl="7" algn="l">
              <a:lnSpc>
                <a:spcPct val="100000"/>
              </a:lnSpc>
              <a:spcBef>
                <a:spcPts val="0"/>
              </a:spcBef>
              <a:spcAft>
                <a:spcPts val="0"/>
              </a:spcAft>
              <a:buSzPts val="1100"/>
              <a:buNone/>
              <a:defRPr/>
            </a:lvl8pPr>
            <a:lvl9pPr lvl="8" algn="l">
              <a:lnSpc>
                <a:spcPct val="100000"/>
              </a:lnSpc>
              <a:spcBef>
                <a:spcPts val="0"/>
              </a:spcBef>
              <a:spcAft>
                <a:spcPts val="0"/>
              </a:spcAft>
              <a:buSzPts val="1100"/>
              <a:buNone/>
              <a:defRPr/>
            </a:lvl9pPr>
          </a:lstStyle>
          <a:p/>
        </p:txBody>
      </p:sp>
      <p:sp>
        <p:nvSpPr>
          <p:cNvPr id="13" name="Google Shape;13;p2"/>
          <p:cNvSpPr txBox="1"/>
          <p:nvPr>
            <p:ph idx="1" type="subTitle"/>
          </p:nvPr>
        </p:nvSpPr>
        <p:spPr>
          <a:xfrm>
            <a:off x="1143000" y="2701528"/>
            <a:ext cx="6858000" cy="1241821"/>
          </a:xfrm>
          <a:prstGeom prst="rect">
            <a:avLst/>
          </a:prstGeom>
          <a:noFill/>
          <a:ln>
            <a:noFill/>
          </a:ln>
        </p:spPr>
        <p:txBody>
          <a:bodyPr anchorCtr="0" anchor="t" bIns="34275" lIns="68575" spcFirstLastPara="1" rIns="68575" wrap="square" tIns="34275">
            <a:normAutofit/>
          </a:bodyPr>
          <a:lstStyle>
            <a:lvl1pPr lvl="0" algn="ctr">
              <a:lnSpc>
                <a:spcPct val="90000"/>
              </a:lnSpc>
              <a:spcBef>
                <a:spcPts val="800"/>
              </a:spcBef>
              <a:spcAft>
                <a:spcPts val="0"/>
              </a:spcAft>
              <a:buClr>
                <a:schemeClr val="dk1"/>
              </a:buClr>
              <a:buSzPts val="1800"/>
              <a:buNone/>
              <a:defRPr sz="1800"/>
            </a:lvl1pPr>
            <a:lvl2pPr lvl="1" algn="ctr">
              <a:lnSpc>
                <a:spcPct val="90000"/>
              </a:lnSpc>
              <a:spcBef>
                <a:spcPts val="400"/>
              </a:spcBef>
              <a:spcAft>
                <a:spcPts val="0"/>
              </a:spcAft>
              <a:buClr>
                <a:schemeClr val="dk1"/>
              </a:buClr>
              <a:buSzPts val="1500"/>
              <a:buNone/>
              <a:defRPr sz="1500"/>
            </a:lvl2pPr>
            <a:lvl3pPr lvl="2" algn="ctr">
              <a:lnSpc>
                <a:spcPct val="90000"/>
              </a:lnSpc>
              <a:spcBef>
                <a:spcPts val="400"/>
              </a:spcBef>
              <a:spcAft>
                <a:spcPts val="0"/>
              </a:spcAft>
              <a:buClr>
                <a:schemeClr val="dk1"/>
              </a:buClr>
              <a:buSzPts val="1400"/>
              <a:buNone/>
              <a:defRPr sz="1400"/>
            </a:lvl3pPr>
            <a:lvl4pPr lvl="3" algn="ctr">
              <a:lnSpc>
                <a:spcPct val="90000"/>
              </a:lnSpc>
              <a:spcBef>
                <a:spcPts val="400"/>
              </a:spcBef>
              <a:spcAft>
                <a:spcPts val="0"/>
              </a:spcAft>
              <a:buClr>
                <a:schemeClr val="dk1"/>
              </a:buClr>
              <a:buSzPts val="1200"/>
              <a:buNone/>
              <a:defRPr sz="1200"/>
            </a:lvl4pPr>
            <a:lvl5pPr lvl="4" algn="ctr">
              <a:lnSpc>
                <a:spcPct val="90000"/>
              </a:lnSpc>
              <a:spcBef>
                <a:spcPts val="400"/>
              </a:spcBef>
              <a:spcAft>
                <a:spcPts val="0"/>
              </a:spcAft>
              <a:buClr>
                <a:schemeClr val="dk1"/>
              </a:buClr>
              <a:buSzPts val="1200"/>
              <a:buNone/>
              <a:defRPr sz="1200"/>
            </a:lvl5pPr>
            <a:lvl6pPr lvl="5" algn="ctr">
              <a:lnSpc>
                <a:spcPct val="90000"/>
              </a:lnSpc>
              <a:spcBef>
                <a:spcPts val="400"/>
              </a:spcBef>
              <a:spcAft>
                <a:spcPts val="0"/>
              </a:spcAft>
              <a:buClr>
                <a:schemeClr val="dk1"/>
              </a:buClr>
              <a:buSzPts val="1200"/>
              <a:buNone/>
              <a:defRPr sz="1200"/>
            </a:lvl6pPr>
            <a:lvl7pPr lvl="6" algn="ctr">
              <a:lnSpc>
                <a:spcPct val="90000"/>
              </a:lnSpc>
              <a:spcBef>
                <a:spcPts val="400"/>
              </a:spcBef>
              <a:spcAft>
                <a:spcPts val="0"/>
              </a:spcAft>
              <a:buClr>
                <a:schemeClr val="dk1"/>
              </a:buClr>
              <a:buSzPts val="1200"/>
              <a:buNone/>
              <a:defRPr sz="1200"/>
            </a:lvl7pPr>
            <a:lvl8pPr lvl="7" algn="ctr">
              <a:lnSpc>
                <a:spcPct val="90000"/>
              </a:lnSpc>
              <a:spcBef>
                <a:spcPts val="400"/>
              </a:spcBef>
              <a:spcAft>
                <a:spcPts val="0"/>
              </a:spcAft>
              <a:buClr>
                <a:schemeClr val="dk1"/>
              </a:buClr>
              <a:buSzPts val="1200"/>
              <a:buNone/>
              <a:defRPr sz="1200"/>
            </a:lvl8pPr>
            <a:lvl9pPr lvl="8" algn="ctr">
              <a:lnSpc>
                <a:spcPct val="90000"/>
              </a:lnSpc>
              <a:spcBef>
                <a:spcPts val="400"/>
              </a:spcBef>
              <a:spcAft>
                <a:spcPts val="0"/>
              </a:spcAft>
              <a:buClr>
                <a:schemeClr val="dk1"/>
              </a:buClr>
              <a:buSzPts val="1200"/>
              <a:buNone/>
              <a:defRPr sz="1200"/>
            </a:lvl9pPr>
          </a:lstStyle>
          <a:p/>
        </p:txBody>
      </p:sp>
      <p:sp>
        <p:nvSpPr>
          <p:cNvPr id="14" name="Google Shape;14;p2"/>
          <p:cNvSpPr txBox="1"/>
          <p:nvPr>
            <p:ph idx="10" type="dt"/>
          </p:nvPr>
        </p:nvSpPr>
        <p:spPr>
          <a:xfrm>
            <a:off x="628650" y="4767263"/>
            <a:ext cx="2057400" cy="273844"/>
          </a:xfrm>
          <a:prstGeom prst="rect">
            <a:avLst/>
          </a:prstGeom>
          <a:noFill/>
          <a:ln>
            <a:noFill/>
          </a:ln>
        </p:spPr>
        <p:txBody>
          <a:bodyPr anchorCtr="0" anchor="ctr" bIns="34275" lIns="68575" spcFirstLastPara="1" rIns="68575" wrap="square" tIns="34275">
            <a:noAutofit/>
          </a:bodyPr>
          <a:lstStyle>
            <a:lvl1pPr lvl="0" algn="l">
              <a:lnSpc>
                <a:spcPct val="100000"/>
              </a:lnSpc>
              <a:spcBef>
                <a:spcPts val="0"/>
              </a:spcBef>
              <a:spcAft>
                <a:spcPts val="0"/>
              </a:spcAft>
              <a:buSzPts val="1100"/>
              <a:buNone/>
              <a:defRPr/>
            </a:lvl1pPr>
            <a:lvl2pPr lvl="1" algn="l">
              <a:lnSpc>
                <a:spcPct val="100000"/>
              </a:lnSpc>
              <a:spcBef>
                <a:spcPts val="0"/>
              </a:spcBef>
              <a:spcAft>
                <a:spcPts val="0"/>
              </a:spcAft>
              <a:buSzPts val="1100"/>
              <a:buNone/>
              <a:defRPr/>
            </a:lvl2pPr>
            <a:lvl3pPr lvl="2" algn="l">
              <a:lnSpc>
                <a:spcPct val="100000"/>
              </a:lnSpc>
              <a:spcBef>
                <a:spcPts val="0"/>
              </a:spcBef>
              <a:spcAft>
                <a:spcPts val="0"/>
              </a:spcAft>
              <a:buSzPts val="1100"/>
              <a:buNone/>
              <a:defRPr/>
            </a:lvl3pPr>
            <a:lvl4pPr lvl="3" algn="l">
              <a:lnSpc>
                <a:spcPct val="100000"/>
              </a:lnSpc>
              <a:spcBef>
                <a:spcPts val="0"/>
              </a:spcBef>
              <a:spcAft>
                <a:spcPts val="0"/>
              </a:spcAft>
              <a:buSzPts val="1100"/>
              <a:buNone/>
              <a:defRPr/>
            </a:lvl4pPr>
            <a:lvl5pPr lvl="4" algn="l">
              <a:lnSpc>
                <a:spcPct val="100000"/>
              </a:lnSpc>
              <a:spcBef>
                <a:spcPts val="0"/>
              </a:spcBef>
              <a:spcAft>
                <a:spcPts val="0"/>
              </a:spcAft>
              <a:buSzPts val="1100"/>
              <a:buNone/>
              <a:defRPr/>
            </a:lvl5pPr>
            <a:lvl6pPr lvl="5" algn="l">
              <a:lnSpc>
                <a:spcPct val="100000"/>
              </a:lnSpc>
              <a:spcBef>
                <a:spcPts val="0"/>
              </a:spcBef>
              <a:spcAft>
                <a:spcPts val="0"/>
              </a:spcAft>
              <a:buSzPts val="1100"/>
              <a:buNone/>
              <a:defRPr/>
            </a:lvl6pPr>
            <a:lvl7pPr lvl="6" algn="l">
              <a:lnSpc>
                <a:spcPct val="100000"/>
              </a:lnSpc>
              <a:spcBef>
                <a:spcPts val="0"/>
              </a:spcBef>
              <a:spcAft>
                <a:spcPts val="0"/>
              </a:spcAft>
              <a:buSzPts val="1100"/>
              <a:buNone/>
              <a:defRPr/>
            </a:lvl7pPr>
            <a:lvl8pPr lvl="7" algn="l">
              <a:lnSpc>
                <a:spcPct val="100000"/>
              </a:lnSpc>
              <a:spcBef>
                <a:spcPts val="0"/>
              </a:spcBef>
              <a:spcAft>
                <a:spcPts val="0"/>
              </a:spcAft>
              <a:buSzPts val="1100"/>
              <a:buNone/>
              <a:defRPr/>
            </a:lvl8pPr>
            <a:lvl9pPr lvl="8" algn="l">
              <a:lnSpc>
                <a:spcPct val="100000"/>
              </a:lnSpc>
              <a:spcBef>
                <a:spcPts val="0"/>
              </a:spcBef>
              <a:spcAft>
                <a:spcPts val="0"/>
              </a:spcAft>
              <a:buSzPts val="1100"/>
              <a:buNone/>
              <a:defRPr/>
            </a:lvl9pPr>
          </a:lstStyle>
          <a:p/>
        </p:txBody>
      </p:sp>
      <p:sp>
        <p:nvSpPr>
          <p:cNvPr id="15" name="Google Shape;15;p2"/>
          <p:cNvSpPr txBox="1"/>
          <p:nvPr>
            <p:ph idx="11" type="ftr"/>
          </p:nvPr>
        </p:nvSpPr>
        <p:spPr>
          <a:xfrm>
            <a:off x="3028950" y="4767263"/>
            <a:ext cx="3086100" cy="273844"/>
          </a:xfrm>
          <a:prstGeom prst="rect">
            <a:avLst/>
          </a:prstGeom>
          <a:noFill/>
          <a:ln>
            <a:noFill/>
          </a:ln>
        </p:spPr>
        <p:txBody>
          <a:bodyPr anchorCtr="0" anchor="ctr" bIns="34275" lIns="68575" spcFirstLastPara="1" rIns="68575" wrap="square" tIns="34275">
            <a:noAutofit/>
          </a:bodyPr>
          <a:lstStyle>
            <a:lvl1pPr lvl="0" algn="ctr">
              <a:lnSpc>
                <a:spcPct val="100000"/>
              </a:lnSpc>
              <a:spcBef>
                <a:spcPts val="0"/>
              </a:spcBef>
              <a:spcAft>
                <a:spcPts val="0"/>
              </a:spcAft>
              <a:buSzPts val="1100"/>
              <a:buNone/>
              <a:defRPr/>
            </a:lvl1pPr>
            <a:lvl2pPr lvl="1" algn="l">
              <a:lnSpc>
                <a:spcPct val="100000"/>
              </a:lnSpc>
              <a:spcBef>
                <a:spcPts val="0"/>
              </a:spcBef>
              <a:spcAft>
                <a:spcPts val="0"/>
              </a:spcAft>
              <a:buSzPts val="1100"/>
              <a:buNone/>
              <a:defRPr/>
            </a:lvl2pPr>
            <a:lvl3pPr lvl="2" algn="l">
              <a:lnSpc>
                <a:spcPct val="100000"/>
              </a:lnSpc>
              <a:spcBef>
                <a:spcPts val="0"/>
              </a:spcBef>
              <a:spcAft>
                <a:spcPts val="0"/>
              </a:spcAft>
              <a:buSzPts val="1100"/>
              <a:buNone/>
              <a:defRPr/>
            </a:lvl3pPr>
            <a:lvl4pPr lvl="3" algn="l">
              <a:lnSpc>
                <a:spcPct val="100000"/>
              </a:lnSpc>
              <a:spcBef>
                <a:spcPts val="0"/>
              </a:spcBef>
              <a:spcAft>
                <a:spcPts val="0"/>
              </a:spcAft>
              <a:buSzPts val="1100"/>
              <a:buNone/>
              <a:defRPr/>
            </a:lvl4pPr>
            <a:lvl5pPr lvl="4" algn="l">
              <a:lnSpc>
                <a:spcPct val="100000"/>
              </a:lnSpc>
              <a:spcBef>
                <a:spcPts val="0"/>
              </a:spcBef>
              <a:spcAft>
                <a:spcPts val="0"/>
              </a:spcAft>
              <a:buSzPts val="1100"/>
              <a:buNone/>
              <a:defRPr/>
            </a:lvl5pPr>
            <a:lvl6pPr lvl="5" algn="l">
              <a:lnSpc>
                <a:spcPct val="100000"/>
              </a:lnSpc>
              <a:spcBef>
                <a:spcPts val="0"/>
              </a:spcBef>
              <a:spcAft>
                <a:spcPts val="0"/>
              </a:spcAft>
              <a:buSzPts val="1100"/>
              <a:buNone/>
              <a:defRPr/>
            </a:lvl6pPr>
            <a:lvl7pPr lvl="6" algn="l">
              <a:lnSpc>
                <a:spcPct val="100000"/>
              </a:lnSpc>
              <a:spcBef>
                <a:spcPts val="0"/>
              </a:spcBef>
              <a:spcAft>
                <a:spcPts val="0"/>
              </a:spcAft>
              <a:buSzPts val="1100"/>
              <a:buNone/>
              <a:defRPr/>
            </a:lvl7pPr>
            <a:lvl8pPr lvl="7" algn="l">
              <a:lnSpc>
                <a:spcPct val="100000"/>
              </a:lnSpc>
              <a:spcBef>
                <a:spcPts val="0"/>
              </a:spcBef>
              <a:spcAft>
                <a:spcPts val="0"/>
              </a:spcAft>
              <a:buSzPts val="1100"/>
              <a:buNone/>
              <a:defRPr/>
            </a:lvl8pPr>
            <a:lvl9pPr lvl="8" algn="l">
              <a:lnSpc>
                <a:spcPct val="100000"/>
              </a:lnSpc>
              <a:spcBef>
                <a:spcPts val="0"/>
              </a:spcBef>
              <a:spcAft>
                <a:spcPts val="0"/>
              </a:spcAft>
              <a:buSzPts val="1100"/>
              <a:buNone/>
              <a:defRPr/>
            </a:lvl9pPr>
          </a:lstStyle>
          <a:p/>
        </p:txBody>
      </p:sp>
      <p:sp>
        <p:nvSpPr>
          <p:cNvPr id="16" name="Google Shape;16;p2"/>
          <p:cNvSpPr txBox="1"/>
          <p:nvPr>
            <p:ph idx="12" type="sldNum"/>
          </p:nvPr>
        </p:nvSpPr>
        <p:spPr>
          <a:xfrm>
            <a:off x="6457950" y="4767263"/>
            <a:ext cx="2057400" cy="273844"/>
          </a:xfrm>
          <a:prstGeom prst="rect">
            <a:avLst/>
          </a:prstGeom>
          <a:noFill/>
          <a:ln>
            <a:noFill/>
          </a:ln>
        </p:spPr>
        <p:txBody>
          <a:bodyPr anchorCtr="0" anchor="ctr" bIns="34275" lIns="68575" spcFirstLastPara="1" rIns="68575" wrap="square" tIns="34275">
            <a:noAutofit/>
          </a:bodyPr>
          <a:lstStyle>
            <a:lvl1pPr indent="0" lvl="0" marL="0" marR="0" algn="r">
              <a:lnSpc>
                <a:spcPct val="100000"/>
              </a:lnSpc>
              <a:spcBef>
                <a:spcPts val="0"/>
              </a:spcBef>
              <a:spcAft>
                <a:spcPts val="0"/>
              </a:spcAft>
              <a:buClr>
                <a:srgbClr val="000000"/>
              </a:buClr>
              <a:buSzPts val="900"/>
              <a:buFont typeface="Arial"/>
              <a:buNone/>
              <a:defRPr b="0" i="0" sz="900" u="none" cap="none" strike="noStrike">
                <a:solidFill>
                  <a:srgbClr val="757575"/>
                </a:solidFill>
                <a:latin typeface="Arial"/>
                <a:ea typeface="Arial"/>
                <a:cs typeface="Arial"/>
                <a:sym typeface="Arial"/>
              </a:defRPr>
            </a:lvl1pPr>
            <a:lvl2pPr indent="0" lvl="1" marL="0" marR="0" algn="r">
              <a:lnSpc>
                <a:spcPct val="100000"/>
              </a:lnSpc>
              <a:spcBef>
                <a:spcPts val="0"/>
              </a:spcBef>
              <a:spcAft>
                <a:spcPts val="0"/>
              </a:spcAft>
              <a:buClr>
                <a:srgbClr val="000000"/>
              </a:buClr>
              <a:buSzPts val="900"/>
              <a:buFont typeface="Arial"/>
              <a:buNone/>
              <a:defRPr b="0" i="0" sz="900" u="none" cap="none" strike="noStrike">
                <a:solidFill>
                  <a:srgbClr val="757575"/>
                </a:solidFill>
                <a:latin typeface="Arial"/>
                <a:ea typeface="Arial"/>
                <a:cs typeface="Arial"/>
                <a:sym typeface="Arial"/>
              </a:defRPr>
            </a:lvl2pPr>
            <a:lvl3pPr indent="0" lvl="2" marL="0" marR="0" algn="r">
              <a:lnSpc>
                <a:spcPct val="100000"/>
              </a:lnSpc>
              <a:spcBef>
                <a:spcPts val="0"/>
              </a:spcBef>
              <a:spcAft>
                <a:spcPts val="0"/>
              </a:spcAft>
              <a:buClr>
                <a:srgbClr val="000000"/>
              </a:buClr>
              <a:buSzPts val="900"/>
              <a:buFont typeface="Arial"/>
              <a:buNone/>
              <a:defRPr b="0" i="0" sz="900" u="none" cap="none" strike="noStrike">
                <a:solidFill>
                  <a:srgbClr val="757575"/>
                </a:solidFill>
                <a:latin typeface="Arial"/>
                <a:ea typeface="Arial"/>
                <a:cs typeface="Arial"/>
                <a:sym typeface="Arial"/>
              </a:defRPr>
            </a:lvl3pPr>
            <a:lvl4pPr indent="0" lvl="3" marL="0" marR="0" algn="r">
              <a:lnSpc>
                <a:spcPct val="100000"/>
              </a:lnSpc>
              <a:spcBef>
                <a:spcPts val="0"/>
              </a:spcBef>
              <a:spcAft>
                <a:spcPts val="0"/>
              </a:spcAft>
              <a:buClr>
                <a:srgbClr val="000000"/>
              </a:buClr>
              <a:buSzPts val="900"/>
              <a:buFont typeface="Arial"/>
              <a:buNone/>
              <a:defRPr b="0" i="0" sz="900" u="none" cap="none" strike="noStrike">
                <a:solidFill>
                  <a:srgbClr val="757575"/>
                </a:solidFill>
                <a:latin typeface="Arial"/>
                <a:ea typeface="Arial"/>
                <a:cs typeface="Arial"/>
                <a:sym typeface="Arial"/>
              </a:defRPr>
            </a:lvl4pPr>
            <a:lvl5pPr indent="0" lvl="4" marL="0" marR="0" algn="r">
              <a:lnSpc>
                <a:spcPct val="100000"/>
              </a:lnSpc>
              <a:spcBef>
                <a:spcPts val="0"/>
              </a:spcBef>
              <a:spcAft>
                <a:spcPts val="0"/>
              </a:spcAft>
              <a:buClr>
                <a:srgbClr val="000000"/>
              </a:buClr>
              <a:buSzPts val="900"/>
              <a:buFont typeface="Arial"/>
              <a:buNone/>
              <a:defRPr b="0" i="0" sz="900" u="none" cap="none" strike="noStrike">
                <a:solidFill>
                  <a:srgbClr val="757575"/>
                </a:solidFill>
                <a:latin typeface="Arial"/>
                <a:ea typeface="Arial"/>
                <a:cs typeface="Arial"/>
                <a:sym typeface="Arial"/>
              </a:defRPr>
            </a:lvl5pPr>
            <a:lvl6pPr indent="0" lvl="5" marL="0" marR="0" algn="r">
              <a:lnSpc>
                <a:spcPct val="100000"/>
              </a:lnSpc>
              <a:spcBef>
                <a:spcPts val="0"/>
              </a:spcBef>
              <a:spcAft>
                <a:spcPts val="0"/>
              </a:spcAft>
              <a:buClr>
                <a:srgbClr val="000000"/>
              </a:buClr>
              <a:buSzPts val="900"/>
              <a:buFont typeface="Arial"/>
              <a:buNone/>
              <a:defRPr b="0" i="0" sz="900" u="none" cap="none" strike="noStrike">
                <a:solidFill>
                  <a:srgbClr val="757575"/>
                </a:solidFill>
                <a:latin typeface="Arial"/>
                <a:ea typeface="Arial"/>
                <a:cs typeface="Arial"/>
                <a:sym typeface="Arial"/>
              </a:defRPr>
            </a:lvl6pPr>
            <a:lvl7pPr indent="0" lvl="6" marL="0" marR="0" algn="r">
              <a:lnSpc>
                <a:spcPct val="100000"/>
              </a:lnSpc>
              <a:spcBef>
                <a:spcPts val="0"/>
              </a:spcBef>
              <a:spcAft>
                <a:spcPts val="0"/>
              </a:spcAft>
              <a:buClr>
                <a:srgbClr val="000000"/>
              </a:buClr>
              <a:buSzPts val="900"/>
              <a:buFont typeface="Arial"/>
              <a:buNone/>
              <a:defRPr b="0" i="0" sz="900" u="none" cap="none" strike="noStrike">
                <a:solidFill>
                  <a:srgbClr val="757575"/>
                </a:solidFill>
                <a:latin typeface="Arial"/>
                <a:ea typeface="Arial"/>
                <a:cs typeface="Arial"/>
                <a:sym typeface="Arial"/>
              </a:defRPr>
            </a:lvl7pPr>
            <a:lvl8pPr indent="0" lvl="7" marL="0" marR="0" algn="r">
              <a:lnSpc>
                <a:spcPct val="100000"/>
              </a:lnSpc>
              <a:spcBef>
                <a:spcPts val="0"/>
              </a:spcBef>
              <a:spcAft>
                <a:spcPts val="0"/>
              </a:spcAft>
              <a:buClr>
                <a:srgbClr val="000000"/>
              </a:buClr>
              <a:buSzPts val="900"/>
              <a:buFont typeface="Arial"/>
              <a:buNone/>
              <a:defRPr b="0" i="0" sz="900" u="none" cap="none" strike="noStrike">
                <a:solidFill>
                  <a:srgbClr val="757575"/>
                </a:solidFill>
                <a:latin typeface="Arial"/>
                <a:ea typeface="Arial"/>
                <a:cs typeface="Arial"/>
                <a:sym typeface="Arial"/>
              </a:defRPr>
            </a:lvl8pPr>
            <a:lvl9pPr indent="0" lvl="8" marL="0" marR="0" algn="r">
              <a:lnSpc>
                <a:spcPct val="100000"/>
              </a:lnSpc>
              <a:spcBef>
                <a:spcPts val="0"/>
              </a:spcBef>
              <a:spcAft>
                <a:spcPts val="0"/>
              </a:spcAft>
              <a:buClr>
                <a:srgbClr val="000000"/>
              </a:buClr>
              <a:buSzPts val="900"/>
              <a:buFont typeface="Arial"/>
              <a:buNone/>
              <a:defRPr b="0" i="0" sz="900" u="none" cap="none" strike="noStrike">
                <a:solidFill>
                  <a:srgbClr val="757575"/>
                </a:solidFill>
                <a:latin typeface="Arial"/>
                <a:ea typeface="Arial"/>
                <a:cs typeface="Arial"/>
                <a:sym typeface="Arial"/>
              </a:defRPr>
            </a:lvl9pPr>
          </a:lstStyle>
          <a:p>
            <a:pPr indent="0" lvl="0" marL="0" rtl="0" algn="r">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Content" type="obj">
  <p:cSld name="OBJECT">
    <p:spTree>
      <p:nvGrpSpPr>
        <p:cNvPr id="17" name="Shape 17"/>
        <p:cNvGrpSpPr/>
        <p:nvPr/>
      </p:nvGrpSpPr>
      <p:grpSpPr>
        <a:xfrm>
          <a:off x="0" y="0"/>
          <a:ext cx="0" cy="0"/>
          <a:chOff x="0" y="0"/>
          <a:chExt cx="0" cy="0"/>
        </a:xfrm>
      </p:grpSpPr>
      <p:sp>
        <p:nvSpPr>
          <p:cNvPr id="18" name="Google Shape;18;p3"/>
          <p:cNvSpPr txBox="1"/>
          <p:nvPr>
            <p:ph type="title"/>
          </p:nvPr>
        </p:nvSpPr>
        <p:spPr>
          <a:xfrm>
            <a:off x="628650" y="273844"/>
            <a:ext cx="7886700" cy="994172"/>
          </a:xfrm>
          <a:prstGeom prst="rect">
            <a:avLst/>
          </a:prstGeom>
          <a:noFill/>
          <a:ln>
            <a:noFill/>
          </a:ln>
        </p:spPr>
        <p:txBody>
          <a:bodyPr anchorCtr="0" anchor="ctr" bIns="34275" lIns="68575" spcFirstLastPara="1" rIns="68575" wrap="square" tIns="34275">
            <a:normAutofit/>
          </a:bodyPr>
          <a:lstStyle>
            <a:lvl1pPr lvl="0" algn="l">
              <a:lnSpc>
                <a:spcPct val="90000"/>
              </a:lnSpc>
              <a:spcBef>
                <a:spcPts val="0"/>
              </a:spcBef>
              <a:spcAft>
                <a:spcPts val="0"/>
              </a:spcAft>
              <a:buClr>
                <a:schemeClr val="dk1"/>
              </a:buClr>
              <a:buSzPts val="1400"/>
              <a:buNone/>
              <a:defRPr/>
            </a:lvl1pPr>
            <a:lvl2pPr lvl="1" algn="l">
              <a:lnSpc>
                <a:spcPct val="100000"/>
              </a:lnSpc>
              <a:spcBef>
                <a:spcPts val="0"/>
              </a:spcBef>
              <a:spcAft>
                <a:spcPts val="0"/>
              </a:spcAft>
              <a:buSzPts val="1100"/>
              <a:buNone/>
              <a:defRPr/>
            </a:lvl2pPr>
            <a:lvl3pPr lvl="2" algn="l">
              <a:lnSpc>
                <a:spcPct val="100000"/>
              </a:lnSpc>
              <a:spcBef>
                <a:spcPts val="0"/>
              </a:spcBef>
              <a:spcAft>
                <a:spcPts val="0"/>
              </a:spcAft>
              <a:buSzPts val="1100"/>
              <a:buNone/>
              <a:defRPr/>
            </a:lvl3pPr>
            <a:lvl4pPr lvl="3" algn="l">
              <a:lnSpc>
                <a:spcPct val="100000"/>
              </a:lnSpc>
              <a:spcBef>
                <a:spcPts val="0"/>
              </a:spcBef>
              <a:spcAft>
                <a:spcPts val="0"/>
              </a:spcAft>
              <a:buSzPts val="1100"/>
              <a:buNone/>
              <a:defRPr/>
            </a:lvl4pPr>
            <a:lvl5pPr lvl="4" algn="l">
              <a:lnSpc>
                <a:spcPct val="100000"/>
              </a:lnSpc>
              <a:spcBef>
                <a:spcPts val="0"/>
              </a:spcBef>
              <a:spcAft>
                <a:spcPts val="0"/>
              </a:spcAft>
              <a:buSzPts val="1100"/>
              <a:buNone/>
              <a:defRPr/>
            </a:lvl5pPr>
            <a:lvl6pPr lvl="5" algn="l">
              <a:lnSpc>
                <a:spcPct val="100000"/>
              </a:lnSpc>
              <a:spcBef>
                <a:spcPts val="0"/>
              </a:spcBef>
              <a:spcAft>
                <a:spcPts val="0"/>
              </a:spcAft>
              <a:buSzPts val="1100"/>
              <a:buNone/>
              <a:defRPr/>
            </a:lvl6pPr>
            <a:lvl7pPr lvl="6" algn="l">
              <a:lnSpc>
                <a:spcPct val="100000"/>
              </a:lnSpc>
              <a:spcBef>
                <a:spcPts val="0"/>
              </a:spcBef>
              <a:spcAft>
                <a:spcPts val="0"/>
              </a:spcAft>
              <a:buSzPts val="1100"/>
              <a:buNone/>
              <a:defRPr/>
            </a:lvl7pPr>
            <a:lvl8pPr lvl="7" algn="l">
              <a:lnSpc>
                <a:spcPct val="100000"/>
              </a:lnSpc>
              <a:spcBef>
                <a:spcPts val="0"/>
              </a:spcBef>
              <a:spcAft>
                <a:spcPts val="0"/>
              </a:spcAft>
              <a:buSzPts val="1100"/>
              <a:buNone/>
              <a:defRPr/>
            </a:lvl8pPr>
            <a:lvl9pPr lvl="8" algn="l">
              <a:lnSpc>
                <a:spcPct val="100000"/>
              </a:lnSpc>
              <a:spcBef>
                <a:spcPts val="0"/>
              </a:spcBef>
              <a:spcAft>
                <a:spcPts val="0"/>
              </a:spcAft>
              <a:buSzPts val="1100"/>
              <a:buNone/>
              <a:defRPr/>
            </a:lvl9pPr>
          </a:lstStyle>
          <a:p/>
        </p:txBody>
      </p:sp>
      <p:sp>
        <p:nvSpPr>
          <p:cNvPr id="19" name="Google Shape;19;p3"/>
          <p:cNvSpPr txBox="1"/>
          <p:nvPr>
            <p:ph idx="1" type="body"/>
          </p:nvPr>
        </p:nvSpPr>
        <p:spPr>
          <a:xfrm>
            <a:off x="628650" y="1369219"/>
            <a:ext cx="7886700" cy="3263504"/>
          </a:xfrm>
          <a:prstGeom prst="rect">
            <a:avLst/>
          </a:prstGeom>
          <a:noFill/>
          <a:ln>
            <a:noFill/>
          </a:ln>
        </p:spPr>
        <p:txBody>
          <a:bodyPr anchorCtr="0" anchor="t" bIns="34275" lIns="68575" spcFirstLastPara="1" rIns="68575" wrap="square" tIns="34275">
            <a:normAutofit/>
          </a:bodyPr>
          <a:lstStyle>
            <a:lvl1pPr indent="-317500" lvl="0" marL="457200" algn="l">
              <a:lnSpc>
                <a:spcPct val="90000"/>
              </a:lnSpc>
              <a:spcBef>
                <a:spcPts val="800"/>
              </a:spcBef>
              <a:spcAft>
                <a:spcPts val="0"/>
              </a:spcAft>
              <a:buClr>
                <a:schemeClr val="dk1"/>
              </a:buClr>
              <a:buSzPts val="1400"/>
              <a:buChar char="•"/>
              <a:defRPr/>
            </a:lvl1pPr>
            <a:lvl2pPr indent="-317500" lvl="1" marL="914400" algn="l">
              <a:lnSpc>
                <a:spcPct val="90000"/>
              </a:lnSpc>
              <a:spcBef>
                <a:spcPts val="400"/>
              </a:spcBef>
              <a:spcAft>
                <a:spcPts val="0"/>
              </a:spcAft>
              <a:buClr>
                <a:schemeClr val="dk1"/>
              </a:buClr>
              <a:buSzPts val="1400"/>
              <a:buChar char="•"/>
              <a:defRPr/>
            </a:lvl2pPr>
            <a:lvl3pPr indent="-317500" lvl="2" marL="1371600" algn="l">
              <a:lnSpc>
                <a:spcPct val="90000"/>
              </a:lnSpc>
              <a:spcBef>
                <a:spcPts val="400"/>
              </a:spcBef>
              <a:spcAft>
                <a:spcPts val="0"/>
              </a:spcAft>
              <a:buClr>
                <a:schemeClr val="dk1"/>
              </a:buClr>
              <a:buSzPts val="1400"/>
              <a:buChar char="•"/>
              <a:defRPr/>
            </a:lvl3pPr>
            <a:lvl4pPr indent="-317500" lvl="3" marL="1828800" algn="l">
              <a:lnSpc>
                <a:spcPct val="90000"/>
              </a:lnSpc>
              <a:spcBef>
                <a:spcPts val="400"/>
              </a:spcBef>
              <a:spcAft>
                <a:spcPts val="0"/>
              </a:spcAft>
              <a:buClr>
                <a:schemeClr val="dk1"/>
              </a:buClr>
              <a:buSzPts val="1400"/>
              <a:buChar char="•"/>
              <a:defRPr/>
            </a:lvl4pPr>
            <a:lvl5pPr indent="-317500" lvl="4" marL="2286000" algn="l">
              <a:lnSpc>
                <a:spcPct val="90000"/>
              </a:lnSpc>
              <a:spcBef>
                <a:spcPts val="400"/>
              </a:spcBef>
              <a:spcAft>
                <a:spcPts val="0"/>
              </a:spcAft>
              <a:buClr>
                <a:schemeClr val="dk1"/>
              </a:buClr>
              <a:buSzPts val="1400"/>
              <a:buChar char="•"/>
              <a:defRPr/>
            </a:lvl5pPr>
            <a:lvl6pPr indent="-317500" lvl="5" marL="2743200" algn="l">
              <a:lnSpc>
                <a:spcPct val="90000"/>
              </a:lnSpc>
              <a:spcBef>
                <a:spcPts val="400"/>
              </a:spcBef>
              <a:spcAft>
                <a:spcPts val="0"/>
              </a:spcAft>
              <a:buClr>
                <a:schemeClr val="dk1"/>
              </a:buClr>
              <a:buSzPts val="1400"/>
              <a:buChar char="•"/>
              <a:defRPr/>
            </a:lvl6pPr>
            <a:lvl7pPr indent="-317500" lvl="6" marL="3200400" algn="l">
              <a:lnSpc>
                <a:spcPct val="90000"/>
              </a:lnSpc>
              <a:spcBef>
                <a:spcPts val="400"/>
              </a:spcBef>
              <a:spcAft>
                <a:spcPts val="0"/>
              </a:spcAft>
              <a:buClr>
                <a:schemeClr val="dk1"/>
              </a:buClr>
              <a:buSzPts val="1400"/>
              <a:buChar char="•"/>
              <a:defRPr/>
            </a:lvl7pPr>
            <a:lvl8pPr indent="-317500" lvl="7" marL="3657600" algn="l">
              <a:lnSpc>
                <a:spcPct val="90000"/>
              </a:lnSpc>
              <a:spcBef>
                <a:spcPts val="400"/>
              </a:spcBef>
              <a:spcAft>
                <a:spcPts val="0"/>
              </a:spcAft>
              <a:buClr>
                <a:schemeClr val="dk1"/>
              </a:buClr>
              <a:buSzPts val="1400"/>
              <a:buChar char="•"/>
              <a:defRPr/>
            </a:lvl8pPr>
            <a:lvl9pPr indent="-317500" lvl="8" marL="4114800" algn="l">
              <a:lnSpc>
                <a:spcPct val="90000"/>
              </a:lnSpc>
              <a:spcBef>
                <a:spcPts val="400"/>
              </a:spcBef>
              <a:spcAft>
                <a:spcPts val="0"/>
              </a:spcAft>
              <a:buClr>
                <a:schemeClr val="dk1"/>
              </a:buClr>
              <a:buSzPts val="1400"/>
              <a:buChar char="•"/>
              <a:defRPr/>
            </a:lvl9pPr>
          </a:lstStyle>
          <a:p/>
        </p:txBody>
      </p:sp>
      <p:sp>
        <p:nvSpPr>
          <p:cNvPr id="20" name="Google Shape;20;p3"/>
          <p:cNvSpPr txBox="1"/>
          <p:nvPr>
            <p:ph idx="10" type="dt"/>
          </p:nvPr>
        </p:nvSpPr>
        <p:spPr>
          <a:xfrm>
            <a:off x="628650" y="4767263"/>
            <a:ext cx="2057400" cy="273844"/>
          </a:xfrm>
          <a:prstGeom prst="rect">
            <a:avLst/>
          </a:prstGeom>
          <a:noFill/>
          <a:ln>
            <a:noFill/>
          </a:ln>
        </p:spPr>
        <p:txBody>
          <a:bodyPr anchorCtr="0" anchor="ctr" bIns="34275" lIns="68575" spcFirstLastPara="1" rIns="68575" wrap="square" tIns="34275">
            <a:noAutofit/>
          </a:bodyPr>
          <a:lstStyle>
            <a:lvl1pPr lvl="0" algn="l">
              <a:lnSpc>
                <a:spcPct val="100000"/>
              </a:lnSpc>
              <a:spcBef>
                <a:spcPts val="0"/>
              </a:spcBef>
              <a:spcAft>
                <a:spcPts val="0"/>
              </a:spcAft>
              <a:buSzPts val="1100"/>
              <a:buNone/>
              <a:defRPr/>
            </a:lvl1pPr>
            <a:lvl2pPr lvl="1" algn="l">
              <a:lnSpc>
                <a:spcPct val="100000"/>
              </a:lnSpc>
              <a:spcBef>
                <a:spcPts val="0"/>
              </a:spcBef>
              <a:spcAft>
                <a:spcPts val="0"/>
              </a:spcAft>
              <a:buSzPts val="1100"/>
              <a:buNone/>
              <a:defRPr/>
            </a:lvl2pPr>
            <a:lvl3pPr lvl="2" algn="l">
              <a:lnSpc>
                <a:spcPct val="100000"/>
              </a:lnSpc>
              <a:spcBef>
                <a:spcPts val="0"/>
              </a:spcBef>
              <a:spcAft>
                <a:spcPts val="0"/>
              </a:spcAft>
              <a:buSzPts val="1100"/>
              <a:buNone/>
              <a:defRPr/>
            </a:lvl3pPr>
            <a:lvl4pPr lvl="3" algn="l">
              <a:lnSpc>
                <a:spcPct val="100000"/>
              </a:lnSpc>
              <a:spcBef>
                <a:spcPts val="0"/>
              </a:spcBef>
              <a:spcAft>
                <a:spcPts val="0"/>
              </a:spcAft>
              <a:buSzPts val="1100"/>
              <a:buNone/>
              <a:defRPr/>
            </a:lvl4pPr>
            <a:lvl5pPr lvl="4" algn="l">
              <a:lnSpc>
                <a:spcPct val="100000"/>
              </a:lnSpc>
              <a:spcBef>
                <a:spcPts val="0"/>
              </a:spcBef>
              <a:spcAft>
                <a:spcPts val="0"/>
              </a:spcAft>
              <a:buSzPts val="1100"/>
              <a:buNone/>
              <a:defRPr/>
            </a:lvl5pPr>
            <a:lvl6pPr lvl="5" algn="l">
              <a:lnSpc>
                <a:spcPct val="100000"/>
              </a:lnSpc>
              <a:spcBef>
                <a:spcPts val="0"/>
              </a:spcBef>
              <a:spcAft>
                <a:spcPts val="0"/>
              </a:spcAft>
              <a:buSzPts val="1100"/>
              <a:buNone/>
              <a:defRPr/>
            </a:lvl6pPr>
            <a:lvl7pPr lvl="6" algn="l">
              <a:lnSpc>
                <a:spcPct val="100000"/>
              </a:lnSpc>
              <a:spcBef>
                <a:spcPts val="0"/>
              </a:spcBef>
              <a:spcAft>
                <a:spcPts val="0"/>
              </a:spcAft>
              <a:buSzPts val="1100"/>
              <a:buNone/>
              <a:defRPr/>
            </a:lvl7pPr>
            <a:lvl8pPr lvl="7" algn="l">
              <a:lnSpc>
                <a:spcPct val="100000"/>
              </a:lnSpc>
              <a:spcBef>
                <a:spcPts val="0"/>
              </a:spcBef>
              <a:spcAft>
                <a:spcPts val="0"/>
              </a:spcAft>
              <a:buSzPts val="1100"/>
              <a:buNone/>
              <a:defRPr/>
            </a:lvl8pPr>
            <a:lvl9pPr lvl="8" algn="l">
              <a:lnSpc>
                <a:spcPct val="100000"/>
              </a:lnSpc>
              <a:spcBef>
                <a:spcPts val="0"/>
              </a:spcBef>
              <a:spcAft>
                <a:spcPts val="0"/>
              </a:spcAft>
              <a:buSzPts val="1100"/>
              <a:buNone/>
              <a:defRPr/>
            </a:lvl9pPr>
          </a:lstStyle>
          <a:p/>
        </p:txBody>
      </p:sp>
      <p:sp>
        <p:nvSpPr>
          <p:cNvPr id="21" name="Google Shape;21;p3"/>
          <p:cNvSpPr txBox="1"/>
          <p:nvPr>
            <p:ph idx="11" type="ftr"/>
          </p:nvPr>
        </p:nvSpPr>
        <p:spPr>
          <a:xfrm>
            <a:off x="3028950" y="4767263"/>
            <a:ext cx="3086100" cy="273844"/>
          </a:xfrm>
          <a:prstGeom prst="rect">
            <a:avLst/>
          </a:prstGeom>
          <a:noFill/>
          <a:ln>
            <a:noFill/>
          </a:ln>
        </p:spPr>
        <p:txBody>
          <a:bodyPr anchorCtr="0" anchor="ctr" bIns="34275" lIns="68575" spcFirstLastPara="1" rIns="68575" wrap="square" tIns="34275">
            <a:noAutofit/>
          </a:bodyPr>
          <a:lstStyle>
            <a:lvl1pPr lvl="0" algn="ctr">
              <a:lnSpc>
                <a:spcPct val="100000"/>
              </a:lnSpc>
              <a:spcBef>
                <a:spcPts val="0"/>
              </a:spcBef>
              <a:spcAft>
                <a:spcPts val="0"/>
              </a:spcAft>
              <a:buSzPts val="1100"/>
              <a:buNone/>
              <a:defRPr/>
            </a:lvl1pPr>
            <a:lvl2pPr lvl="1" algn="l">
              <a:lnSpc>
                <a:spcPct val="100000"/>
              </a:lnSpc>
              <a:spcBef>
                <a:spcPts val="0"/>
              </a:spcBef>
              <a:spcAft>
                <a:spcPts val="0"/>
              </a:spcAft>
              <a:buSzPts val="1100"/>
              <a:buNone/>
              <a:defRPr/>
            </a:lvl2pPr>
            <a:lvl3pPr lvl="2" algn="l">
              <a:lnSpc>
                <a:spcPct val="100000"/>
              </a:lnSpc>
              <a:spcBef>
                <a:spcPts val="0"/>
              </a:spcBef>
              <a:spcAft>
                <a:spcPts val="0"/>
              </a:spcAft>
              <a:buSzPts val="1100"/>
              <a:buNone/>
              <a:defRPr/>
            </a:lvl3pPr>
            <a:lvl4pPr lvl="3" algn="l">
              <a:lnSpc>
                <a:spcPct val="100000"/>
              </a:lnSpc>
              <a:spcBef>
                <a:spcPts val="0"/>
              </a:spcBef>
              <a:spcAft>
                <a:spcPts val="0"/>
              </a:spcAft>
              <a:buSzPts val="1100"/>
              <a:buNone/>
              <a:defRPr/>
            </a:lvl4pPr>
            <a:lvl5pPr lvl="4" algn="l">
              <a:lnSpc>
                <a:spcPct val="100000"/>
              </a:lnSpc>
              <a:spcBef>
                <a:spcPts val="0"/>
              </a:spcBef>
              <a:spcAft>
                <a:spcPts val="0"/>
              </a:spcAft>
              <a:buSzPts val="1100"/>
              <a:buNone/>
              <a:defRPr/>
            </a:lvl5pPr>
            <a:lvl6pPr lvl="5" algn="l">
              <a:lnSpc>
                <a:spcPct val="100000"/>
              </a:lnSpc>
              <a:spcBef>
                <a:spcPts val="0"/>
              </a:spcBef>
              <a:spcAft>
                <a:spcPts val="0"/>
              </a:spcAft>
              <a:buSzPts val="1100"/>
              <a:buNone/>
              <a:defRPr/>
            </a:lvl6pPr>
            <a:lvl7pPr lvl="6" algn="l">
              <a:lnSpc>
                <a:spcPct val="100000"/>
              </a:lnSpc>
              <a:spcBef>
                <a:spcPts val="0"/>
              </a:spcBef>
              <a:spcAft>
                <a:spcPts val="0"/>
              </a:spcAft>
              <a:buSzPts val="1100"/>
              <a:buNone/>
              <a:defRPr/>
            </a:lvl7pPr>
            <a:lvl8pPr lvl="7" algn="l">
              <a:lnSpc>
                <a:spcPct val="100000"/>
              </a:lnSpc>
              <a:spcBef>
                <a:spcPts val="0"/>
              </a:spcBef>
              <a:spcAft>
                <a:spcPts val="0"/>
              </a:spcAft>
              <a:buSzPts val="1100"/>
              <a:buNone/>
              <a:defRPr/>
            </a:lvl8pPr>
            <a:lvl9pPr lvl="8" algn="l">
              <a:lnSpc>
                <a:spcPct val="100000"/>
              </a:lnSpc>
              <a:spcBef>
                <a:spcPts val="0"/>
              </a:spcBef>
              <a:spcAft>
                <a:spcPts val="0"/>
              </a:spcAft>
              <a:buSzPts val="1100"/>
              <a:buNone/>
              <a:defRPr/>
            </a:lvl9pPr>
          </a:lstStyle>
          <a:p/>
        </p:txBody>
      </p:sp>
      <p:sp>
        <p:nvSpPr>
          <p:cNvPr id="22" name="Google Shape;22;p3"/>
          <p:cNvSpPr txBox="1"/>
          <p:nvPr>
            <p:ph idx="12" type="sldNum"/>
          </p:nvPr>
        </p:nvSpPr>
        <p:spPr>
          <a:xfrm>
            <a:off x="6457950" y="4767263"/>
            <a:ext cx="2057400" cy="273844"/>
          </a:xfrm>
          <a:prstGeom prst="rect">
            <a:avLst/>
          </a:prstGeom>
          <a:noFill/>
          <a:ln>
            <a:noFill/>
          </a:ln>
        </p:spPr>
        <p:txBody>
          <a:bodyPr anchorCtr="0" anchor="ctr" bIns="34275" lIns="68575" spcFirstLastPara="1" rIns="68575" wrap="square" tIns="34275">
            <a:noAutofit/>
          </a:bodyPr>
          <a:lstStyle>
            <a:lvl1pPr indent="0" lvl="0" marL="0" marR="0" algn="r">
              <a:lnSpc>
                <a:spcPct val="100000"/>
              </a:lnSpc>
              <a:spcBef>
                <a:spcPts val="0"/>
              </a:spcBef>
              <a:spcAft>
                <a:spcPts val="0"/>
              </a:spcAft>
              <a:buClr>
                <a:srgbClr val="000000"/>
              </a:buClr>
              <a:buSzPts val="900"/>
              <a:buFont typeface="Arial"/>
              <a:buNone/>
              <a:defRPr b="0" i="0" sz="900" u="none" cap="none" strike="noStrike">
                <a:solidFill>
                  <a:srgbClr val="757575"/>
                </a:solidFill>
                <a:latin typeface="Arial"/>
                <a:ea typeface="Arial"/>
                <a:cs typeface="Arial"/>
                <a:sym typeface="Arial"/>
              </a:defRPr>
            </a:lvl1pPr>
            <a:lvl2pPr indent="0" lvl="1" marL="0" marR="0" algn="r">
              <a:lnSpc>
                <a:spcPct val="100000"/>
              </a:lnSpc>
              <a:spcBef>
                <a:spcPts val="0"/>
              </a:spcBef>
              <a:spcAft>
                <a:spcPts val="0"/>
              </a:spcAft>
              <a:buClr>
                <a:srgbClr val="000000"/>
              </a:buClr>
              <a:buSzPts val="900"/>
              <a:buFont typeface="Arial"/>
              <a:buNone/>
              <a:defRPr b="0" i="0" sz="900" u="none" cap="none" strike="noStrike">
                <a:solidFill>
                  <a:srgbClr val="757575"/>
                </a:solidFill>
                <a:latin typeface="Arial"/>
                <a:ea typeface="Arial"/>
                <a:cs typeface="Arial"/>
                <a:sym typeface="Arial"/>
              </a:defRPr>
            </a:lvl2pPr>
            <a:lvl3pPr indent="0" lvl="2" marL="0" marR="0" algn="r">
              <a:lnSpc>
                <a:spcPct val="100000"/>
              </a:lnSpc>
              <a:spcBef>
                <a:spcPts val="0"/>
              </a:spcBef>
              <a:spcAft>
                <a:spcPts val="0"/>
              </a:spcAft>
              <a:buClr>
                <a:srgbClr val="000000"/>
              </a:buClr>
              <a:buSzPts val="900"/>
              <a:buFont typeface="Arial"/>
              <a:buNone/>
              <a:defRPr b="0" i="0" sz="900" u="none" cap="none" strike="noStrike">
                <a:solidFill>
                  <a:srgbClr val="757575"/>
                </a:solidFill>
                <a:latin typeface="Arial"/>
                <a:ea typeface="Arial"/>
                <a:cs typeface="Arial"/>
                <a:sym typeface="Arial"/>
              </a:defRPr>
            </a:lvl3pPr>
            <a:lvl4pPr indent="0" lvl="3" marL="0" marR="0" algn="r">
              <a:lnSpc>
                <a:spcPct val="100000"/>
              </a:lnSpc>
              <a:spcBef>
                <a:spcPts val="0"/>
              </a:spcBef>
              <a:spcAft>
                <a:spcPts val="0"/>
              </a:spcAft>
              <a:buClr>
                <a:srgbClr val="000000"/>
              </a:buClr>
              <a:buSzPts val="900"/>
              <a:buFont typeface="Arial"/>
              <a:buNone/>
              <a:defRPr b="0" i="0" sz="900" u="none" cap="none" strike="noStrike">
                <a:solidFill>
                  <a:srgbClr val="757575"/>
                </a:solidFill>
                <a:latin typeface="Arial"/>
                <a:ea typeface="Arial"/>
                <a:cs typeface="Arial"/>
                <a:sym typeface="Arial"/>
              </a:defRPr>
            </a:lvl4pPr>
            <a:lvl5pPr indent="0" lvl="4" marL="0" marR="0" algn="r">
              <a:lnSpc>
                <a:spcPct val="100000"/>
              </a:lnSpc>
              <a:spcBef>
                <a:spcPts val="0"/>
              </a:spcBef>
              <a:spcAft>
                <a:spcPts val="0"/>
              </a:spcAft>
              <a:buClr>
                <a:srgbClr val="000000"/>
              </a:buClr>
              <a:buSzPts val="900"/>
              <a:buFont typeface="Arial"/>
              <a:buNone/>
              <a:defRPr b="0" i="0" sz="900" u="none" cap="none" strike="noStrike">
                <a:solidFill>
                  <a:srgbClr val="757575"/>
                </a:solidFill>
                <a:latin typeface="Arial"/>
                <a:ea typeface="Arial"/>
                <a:cs typeface="Arial"/>
                <a:sym typeface="Arial"/>
              </a:defRPr>
            </a:lvl5pPr>
            <a:lvl6pPr indent="0" lvl="5" marL="0" marR="0" algn="r">
              <a:lnSpc>
                <a:spcPct val="100000"/>
              </a:lnSpc>
              <a:spcBef>
                <a:spcPts val="0"/>
              </a:spcBef>
              <a:spcAft>
                <a:spcPts val="0"/>
              </a:spcAft>
              <a:buClr>
                <a:srgbClr val="000000"/>
              </a:buClr>
              <a:buSzPts val="900"/>
              <a:buFont typeface="Arial"/>
              <a:buNone/>
              <a:defRPr b="0" i="0" sz="900" u="none" cap="none" strike="noStrike">
                <a:solidFill>
                  <a:srgbClr val="757575"/>
                </a:solidFill>
                <a:latin typeface="Arial"/>
                <a:ea typeface="Arial"/>
                <a:cs typeface="Arial"/>
                <a:sym typeface="Arial"/>
              </a:defRPr>
            </a:lvl6pPr>
            <a:lvl7pPr indent="0" lvl="6" marL="0" marR="0" algn="r">
              <a:lnSpc>
                <a:spcPct val="100000"/>
              </a:lnSpc>
              <a:spcBef>
                <a:spcPts val="0"/>
              </a:spcBef>
              <a:spcAft>
                <a:spcPts val="0"/>
              </a:spcAft>
              <a:buClr>
                <a:srgbClr val="000000"/>
              </a:buClr>
              <a:buSzPts val="900"/>
              <a:buFont typeface="Arial"/>
              <a:buNone/>
              <a:defRPr b="0" i="0" sz="900" u="none" cap="none" strike="noStrike">
                <a:solidFill>
                  <a:srgbClr val="757575"/>
                </a:solidFill>
                <a:latin typeface="Arial"/>
                <a:ea typeface="Arial"/>
                <a:cs typeface="Arial"/>
                <a:sym typeface="Arial"/>
              </a:defRPr>
            </a:lvl7pPr>
            <a:lvl8pPr indent="0" lvl="7" marL="0" marR="0" algn="r">
              <a:lnSpc>
                <a:spcPct val="100000"/>
              </a:lnSpc>
              <a:spcBef>
                <a:spcPts val="0"/>
              </a:spcBef>
              <a:spcAft>
                <a:spcPts val="0"/>
              </a:spcAft>
              <a:buClr>
                <a:srgbClr val="000000"/>
              </a:buClr>
              <a:buSzPts val="900"/>
              <a:buFont typeface="Arial"/>
              <a:buNone/>
              <a:defRPr b="0" i="0" sz="900" u="none" cap="none" strike="noStrike">
                <a:solidFill>
                  <a:srgbClr val="757575"/>
                </a:solidFill>
                <a:latin typeface="Arial"/>
                <a:ea typeface="Arial"/>
                <a:cs typeface="Arial"/>
                <a:sym typeface="Arial"/>
              </a:defRPr>
            </a:lvl8pPr>
            <a:lvl9pPr indent="0" lvl="8" marL="0" marR="0" algn="r">
              <a:lnSpc>
                <a:spcPct val="100000"/>
              </a:lnSpc>
              <a:spcBef>
                <a:spcPts val="0"/>
              </a:spcBef>
              <a:spcAft>
                <a:spcPts val="0"/>
              </a:spcAft>
              <a:buClr>
                <a:srgbClr val="000000"/>
              </a:buClr>
              <a:buSzPts val="900"/>
              <a:buFont typeface="Arial"/>
              <a:buNone/>
              <a:defRPr b="0" i="0" sz="900" u="none" cap="none" strike="noStrike">
                <a:solidFill>
                  <a:srgbClr val="757575"/>
                </a:solidFill>
                <a:latin typeface="Arial"/>
                <a:ea typeface="Arial"/>
                <a:cs typeface="Arial"/>
                <a:sym typeface="Arial"/>
              </a:defRPr>
            </a:lvl9pPr>
          </a:lstStyle>
          <a:p>
            <a:pPr indent="0" lvl="0" marL="0" rtl="0" algn="r">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type="secHead">
  <p:cSld name="SECTION_HEADER">
    <p:spTree>
      <p:nvGrpSpPr>
        <p:cNvPr id="23" name="Shape 23"/>
        <p:cNvGrpSpPr/>
        <p:nvPr/>
      </p:nvGrpSpPr>
      <p:grpSpPr>
        <a:xfrm>
          <a:off x="0" y="0"/>
          <a:ext cx="0" cy="0"/>
          <a:chOff x="0" y="0"/>
          <a:chExt cx="0" cy="0"/>
        </a:xfrm>
      </p:grpSpPr>
      <p:sp>
        <p:nvSpPr>
          <p:cNvPr id="24" name="Google Shape;24;p4"/>
          <p:cNvSpPr txBox="1"/>
          <p:nvPr>
            <p:ph type="title"/>
          </p:nvPr>
        </p:nvSpPr>
        <p:spPr>
          <a:xfrm>
            <a:off x="623888" y="1282304"/>
            <a:ext cx="7886700" cy="2139553"/>
          </a:xfrm>
          <a:prstGeom prst="rect">
            <a:avLst/>
          </a:prstGeom>
          <a:noFill/>
          <a:ln>
            <a:noFill/>
          </a:ln>
        </p:spPr>
        <p:txBody>
          <a:bodyPr anchorCtr="0" anchor="b" bIns="34275" lIns="68575" spcFirstLastPara="1" rIns="68575" wrap="square" tIns="34275">
            <a:normAutofit/>
          </a:bodyPr>
          <a:lstStyle>
            <a:lvl1pPr lvl="0" algn="l">
              <a:lnSpc>
                <a:spcPct val="90000"/>
              </a:lnSpc>
              <a:spcBef>
                <a:spcPts val="0"/>
              </a:spcBef>
              <a:spcAft>
                <a:spcPts val="0"/>
              </a:spcAft>
              <a:buClr>
                <a:schemeClr val="dk1"/>
              </a:buClr>
              <a:buSzPts val="4500"/>
              <a:buFont typeface="Play"/>
              <a:buNone/>
              <a:defRPr sz="4500"/>
            </a:lvl1pPr>
            <a:lvl2pPr lvl="1" algn="l">
              <a:lnSpc>
                <a:spcPct val="100000"/>
              </a:lnSpc>
              <a:spcBef>
                <a:spcPts val="0"/>
              </a:spcBef>
              <a:spcAft>
                <a:spcPts val="0"/>
              </a:spcAft>
              <a:buSzPts val="1100"/>
              <a:buNone/>
              <a:defRPr/>
            </a:lvl2pPr>
            <a:lvl3pPr lvl="2" algn="l">
              <a:lnSpc>
                <a:spcPct val="100000"/>
              </a:lnSpc>
              <a:spcBef>
                <a:spcPts val="0"/>
              </a:spcBef>
              <a:spcAft>
                <a:spcPts val="0"/>
              </a:spcAft>
              <a:buSzPts val="1100"/>
              <a:buNone/>
              <a:defRPr/>
            </a:lvl3pPr>
            <a:lvl4pPr lvl="3" algn="l">
              <a:lnSpc>
                <a:spcPct val="100000"/>
              </a:lnSpc>
              <a:spcBef>
                <a:spcPts val="0"/>
              </a:spcBef>
              <a:spcAft>
                <a:spcPts val="0"/>
              </a:spcAft>
              <a:buSzPts val="1100"/>
              <a:buNone/>
              <a:defRPr/>
            </a:lvl4pPr>
            <a:lvl5pPr lvl="4" algn="l">
              <a:lnSpc>
                <a:spcPct val="100000"/>
              </a:lnSpc>
              <a:spcBef>
                <a:spcPts val="0"/>
              </a:spcBef>
              <a:spcAft>
                <a:spcPts val="0"/>
              </a:spcAft>
              <a:buSzPts val="1100"/>
              <a:buNone/>
              <a:defRPr/>
            </a:lvl5pPr>
            <a:lvl6pPr lvl="5" algn="l">
              <a:lnSpc>
                <a:spcPct val="100000"/>
              </a:lnSpc>
              <a:spcBef>
                <a:spcPts val="0"/>
              </a:spcBef>
              <a:spcAft>
                <a:spcPts val="0"/>
              </a:spcAft>
              <a:buSzPts val="1100"/>
              <a:buNone/>
              <a:defRPr/>
            </a:lvl6pPr>
            <a:lvl7pPr lvl="6" algn="l">
              <a:lnSpc>
                <a:spcPct val="100000"/>
              </a:lnSpc>
              <a:spcBef>
                <a:spcPts val="0"/>
              </a:spcBef>
              <a:spcAft>
                <a:spcPts val="0"/>
              </a:spcAft>
              <a:buSzPts val="1100"/>
              <a:buNone/>
              <a:defRPr/>
            </a:lvl7pPr>
            <a:lvl8pPr lvl="7" algn="l">
              <a:lnSpc>
                <a:spcPct val="100000"/>
              </a:lnSpc>
              <a:spcBef>
                <a:spcPts val="0"/>
              </a:spcBef>
              <a:spcAft>
                <a:spcPts val="0"/>
              </a:spcAft>
              <a:buSzPts val="1100"/>
              <a:buNone/>
              <a:defRPr/>
            </a:lvl8pPr>
            <a:lvl9pPr lvl="8" algn="l">
              <a:lnSpc>
                <a:spcPct val="100000"/>
              </a:lnSpc>
              <a:spcBef>
                <a:spcPts val="0"/>
              </a:spcBef>
              <a:spcAft>
                <a:spcPts val="0"/>
              </a:spcAft>
              <a:buSzPts val="1100"/>
              <a:buNone/>
              <a:defRPr/>
            </a:lvl9pPr>
          </a:lstStyle>
          <a:p/>
        </p:txBody>
      </p:sp>
      <p:sp>
        <p:nvSpPr>
          <p:cNvPr id="25" name="Google Shape;25;p4"/>
          <p:cNvSpPr txBox="1"/>
          <p:nvPr>
            <p:ph idx="1" type="body"/>
          </p:nvPr>
        </p:nvSpPr>
        <p:spPr>
          <a:xfrm>
            <a:off x="623888" y="3442097"/>
            <a:ext cx="7886700" cy="1125140"/>
          </a:xfrm>
          <a:prstGeom prst="rect">
            <a:avLst/>
          </a:prstGeom>
          <a:noFill/>
          <a:ln>
            <a:noFill/>
          </a:ln>
        </p:spPr>
        <p:txBody>
          <a:bodyPr anchorCtr="0" anchor="t" bIns="34275" lIns="68575" spcFirstLastPara="1" rIns="68575" wrap="square" tIns="34275">
            <a:normAutofit/>
          </a:bodyPr>
          <a:lstStyle>
            <a:lvl1pPr indent="-228600" lvl="0" marL="457200" algn="l">
              <a:lnSpc>
                <a:spcPct val="90000"/>
              </a:lnSpc>
              <a:spcBef>
                <a:spcPts val="800"/>
              </a:spcBef>
              <a:spcAft>
                <a:spcPts val="0"/>
              </a:spcAft>
              <a:buClr>
                <a:srgbClr val="757575"/>
              </a:buClr>
              <a:buSzPts val="1800"/>
              <a:buNone/>
              <a:defRPr sz="1800">
                <a:solidFill>
                  <a:srgbClr val="757575"/>
                </a:solidFill>
              </a:defRPr>
            </a:lvl1pPr>
            <a:lvl2pPr indent="-228600" lvl="1" marL="914400" algn="l">
              <a:lnSpc>
                <a:spcPct val="90000"/>
              </a:lnSpc>
              <a:spcBef>
                <a:spcPts val="400"/>
              </a:spcBef>
              <a:spcAft>
                <a:spcPts val="0"/>
              </a:spcAft>
              <a:buClr>
                <a:srgbClr val="757575"/>
              </a:buClr>
              <a:buSzPts val="1500"/>
              <a:buNone/>
              <a:defRPr sz="1500">
                <a:solidFill>
                  <a:srgbClr val="757575"/>
                </a:solidFill>
              </a:defRPr>
            </a:lvl2pPr>
            <a:lvl3pPr indent="-228600" lvl="2" marL="1371600" algn="l">
              <a:lnSpc>
                <a:spcPct val="90000"/>
              </a:lnSpc>
              <a:spcBef>
                <a:spcPts val="400"/>
              </a:spcBef>
              <a:spcAft>
                <a:spcPts val="0"/>
              </a:spcAft>
              <a:buClr>
                <a:srgbClr val="757575"/>
              </a:buClr>
              <a:buSzPts val="1400"/>
              <a:buNone/>
              <a:defRPr sz="1400">
                <a:solidFill>
                  <a:srgbClr val="757575"/>
                </a:solidFill>
              </a:defRPr>
            </a:lvl3pPr>
            <a:lvl4pPr indent="-228600" lvl="3" marL="1828800" algn="l">
              <a:lnSpc>
                <a:spcPct val="90000"/>
              </a:lnSpc>
              <a:spcBef>
                <a:spcPts val="400"/>
              </a:spcBef>
              <a:spcAft>
                <a:spcPts val="0"/>
              </a:spcAft>
              <a:buClr>
                <a:srgbClr val="757575"/>
              </a:buClr>
              <a:buSzPts val="1200"/>
              <a:buNone/>
              <a:defRPr sz="1200">
                <a:solidFill>
                  <a:srgbClr val="757575"/>
                </a:solidFill>
              </a:defRPr>
            </a:lvl4pPr>
            <a:lvl5pPr indent="-228600" lvl="4" marL="2286000" algn="l">
              <a:lnSpc>
                <a:spcPct val="90000"/>
              </a:lnSpc>
              <a:spcBef>
                <a:spcPts val="400"/>
              </a:spcBef>
              <a:spcAft>
                <a:spcPts val="0"/>
              </a:spcAft>
              <a:buClr>
                <a:srgbClr val="757575"/>
              </a:buClr>
              <a:buSzPts val="1200"/>
              <a:buNone/>
              <a:defRPr sz="1200">
                <a:solidFill>
                  <a:srgbClr val="757575"/>
                </a:solidFill>
              </a:defRPr>
            </a:lvl5pPr>
            <a:lvl6pPr indent="-228600" lvl="5" marL="2743200" algn="l">
              <a:lnSpc>
                <a:spcPct val="90000"/>
              </a:lnSpc>
              <a:spcBef>
                <a:spcPts val="400"/>
              </a:spcBef>
              <a:spcAft>
                <a:spcPts val="0"/>
              </a:spcAft>
              <a:buClr>
                <a:srgbClr val="757575"/>
              </a:buClr>
              <a:buSzPts val="1200"/>
              <a:buNone/>
              <a:defRPr sz="1200">
                <a:solidFill>
                  <a:srgbClr val="757575"/>
                </a:solidFill>
              </a:defRPr>
            </a:lvl6pPr>
            <a:lvl7pPr indent="-228600" lvl="6" marL="3200400" algn="l">
              <a:lnSpc>
                <a:spcPct val="90000"/>
              </a:lnSpc>
              <a:spcBef>
                <a:spcPts val="400"/>
              </a:spcBef>
              <a:spcAft>
                <a:spcPts val="0"/>
              </a:spcAft>
              <a:buClr>
                <a:srgbClr val="757575"/>
              </a:buClr>
              <a:buSzPts val="1200"/>
              <a:buNone/>
              <a:defRPr sz="1200">
                <a:solidFill>
                  <a:srgbClr val="757575"/>
                </a:solidFill>
              </a:defRPr>
            </a:lvl7pPr>
            <a:lvl8pPr indent="-228600" lvl="7" marL="3657600" algn="l">
              <a:lnSpc>
                <a:spcPct val="90000"/>
              </a:lnSpc>
              <a:spcBef>
                <a:spcPts val="400"/>
              </a:spcBef>
              <a:spcAft>
                <a:spcPts val="0"/>
              </a:spcAft>
              <a:buClr>
                <a:srgbClr val="757575"/>
              </a:buClr>
              <a:buSzPts val="1200"/>
              <a:buNone/>
              <a:defRPr sz="1200">
                <a:solidFill>
                  <a:srgbClr val="757575"/>
                </a:solidFill>
              </a:defRPr>
            </a:lvl8pPr>
            <a:lvl9pPr indent="-228600" lvl="8" marL="4114800" algn="l">
              <a:lnSpc>
                <a:spcPct val="90000"/>
              </a:lnSpc>
              <a:spcBef>
                <a:spcPts val="400"/>
              </a:spcBef>
              <a:spcAft>
                <a:spcPts val="0"/>
              </a:spcAft>
              <a:buClr>
                <a:srgbClr val="757575"/>
              </a:buClr>
              <a:buSzPts val="1200"/>
              <a:buNone/>
              <a:defRPr sz="1200">
                <a:solidFill>
                  <a:srgbClr val="757575"/>
                </a:solidFill>
              </a:defRPr>
            </a:lvl9pPr>
          </a:lstStyle>
          <a:p/>
        </p:txBody>
      </p:sp>
      <p:sp>
        <p:nvSpPr>
          <p:cNvPr id="26" name="Google Shape;26;p4"/>
          <p:cNvSpPr txBox="1"/>
          <p:nvPr>
            <p:ph idx="10" type="dt"/>
          </p:nvPr>
        </p:nvSpPr>
        <p:spPr>
          <a:xfrm>
            <a:off x="628650" y="4767263"/>
            <a:ext cx="2057400" cy="273844"/>
          </a:xfrm>
          <a:prstGeom prst="rect">
            <a:avLst/>
          </a:prstGeom>
          <a:noFill/>
          <a:ln>
            <a:noFill/>
          </a:ln>
        </p:spPr>
        <p:txBody>
          <a:bodyPr anchorCtr="0" anchor="ctr" bIns="34275" lIns="68575" spcFirstLastPara="1" rIns="68575" wrap="square" tIns="34275">
            <a:noAutofit/>
          </a:bodyPr>
          <a:lstStyle>
            <a:lvl1pPr lvl="0" algn="l">
              <a:lnSpc>
                <a:spcPct val="100000"/>
              </a:lnSpc>
              <a:spcBef>
                <a:spcPts val="0"/>
              </a:spcBef>
              <a:spcAft>
                <a:spcPts val="0"/>
              </a:spcAft>
              <a:buSzPts val="1100"/>
              <a:buNone/>
              <a:defRPr/>
            </a:lvl1pPr>
            <a:lvl2pPr lvl="1" algn="l">
              <a:lnSpc>
                <a:spcPct val="100000"/>
              </a:lnSpc>
              <a:spcBef>
                <a:spcPts val="0"/>
              </a:spcBef>
              <a:spcAft>
                <a:spcPts val="0"/>
              </a:spcAft>
              <a:buSzPts val="1100"/>
              <a:buNone/>
              <a:defRPr/>
            </a:lvl2pPr>
            <a:lvl3pPr lvl="2" algn="l">
              <a:lnSpc>
                <a:spcPct val="100000"/>
              </a:lnSpc>
              <a:spcBef>
                <a:spcPts val="0"/>
              </a:spcBef>
              <a:spcAft>
                <a:spcPts val="0"/>
              </a:spcAft>
              <a:buSzPts val="1100"/>
              <a:buNone/>
              <a:defRPr/>
            </a:lvl3pPr>
            <a:lvl4pPr lvl="3" algn="l">
              <a:lnSpc>
                <a:spcPct val="100000"/>
              </a:lnSpc>
              <a:spcBef>
                <a:spcPts val="0"/>
              </a:spcBef>
              <a:spcAft>
                <a:spcPts val="0"/>
              </a:spcAft>
              <a:buSzPts val="1100"/>
              <a:buNone/>
              <a:defRPr/>
            </a:lvl4pPr>
            <a:lvl5pPr lvl="4" algn="l">
              <a:lnSpc>
                <a:spcPct val="100000"/>
              </a:lnSpc>
              <a:spcBef>
                <a:spcPts val="0"/>
              </a:spcBef>
              <a:spcAft>
                <a:spcPts val="0"/>
              </a:spcAft>
              <a:buSzPts val="1100"/>
              <a:buNone/>
              <a:defRPr/>
            </a:lvl5pPr>
            <a:lvl6pPr lvl="5" algn="l">
              <a:lnSpc>
                <a:spcPct val="100000"/>
              </a:lnSpc>
              <a:spcBef>
                <a:spcPts val="0"/>
              </a:spcBef>
              <a:spcAft>
                <a:spcPts val="0"/>
              </a:spcAft>
              <a:buSzPts val="1100"/>
              <a:buNone/>
              <a:defRPr/>
            </a:lvl6pPr>
            <a:lvl7pPr lvl="6" algn="l">
              <a:lnSpc>
                <a:spcPct val="100000"/>
              </a:lnSpc>
              <a:spcBef>
                <a:spcPts val="0"/>
              </a:spcBef>
              <a:spcAft>
                <a:spcPts val="0"/>
              </a:spcAft>
              <a:buSzPts val="1100"/>
              <a:buNone/>
              <a:defRPr/>
            </a:lvl7pPr>
            <a:lvl8pPr lvl="7" algn="l">
              <a:lnSpc>
                <a:spcPct val="100000"/>
              </a:lnSpc>
              <a:spcBef>
                <a:spcPts val="0"/>
              </a:spcBef>
              <a:spcAft>
                <a:spcPts val="0"/>
              </a:spcAft>
              <a:buSzPts val="1100"/>
              <a:buNone/>
              <a:defRPr/>
            </a:lvl8pPr>
            <a:lvl9pPr lvl="8" algn="l">
              <a:lnSpc>
                <a:spcPct val="100000"/>
              </a:lnSpc>
              <a:spcBef>
                <a:spcPts val="0"/>
              </a:spcBef>
              <a:spcAft>
                <a:spcPts val="0"/>
              </a:spcAft>
              <a:buSzPts val="1100"/>
              <a:buNone/>
              <a:defRPr/>
            </a:lvl9pPr>
          </a:lstStyle>
          <a:p/>
        </p:txBody>
      </p:sp>
      <p:sp>
        <p:nvSpPr>
          <p:cNvPr id="27" name="Google Shape;27;p4"/>
          <p:cNvSpPr txBox="1"/>
          <p:nvPr>
            <p:ph idx="11" type="ftr"/>
          </p:nvPr>
        </p:nvSpPr>
        <p:spPr>
          <a:xfrm>
            <a:off x="3028950" y="4767263"/>
            <a:ext cx="3086100" cy="273844"/>
          </a:xfrm>
          <a:prstGeom prst="rect">
            <a:avLst/>
          </a:prstGeom>
          <a:noFill/>
          <a:ln>
            <a:noFill/>
          </a:ln>
        </p:spPr>
        <p:txBody>
          <a:bodyPr anchorCtr="0" anchor="ctr" bIns="34275" lIns="68575" spcFirstLastPara="1" rIns="68575" wrap="square" tIns="34275">
            <a:noAutofit/>
          </a:bodyPr>
          <a:lstStyle>
            <a:lvl1pPr lvl="0" algn="ctr">
              <a:lnSpc>
                <a:spcPct val="100000"/>
              </a:lnSpc>
              <a:spcBef>
                <a:spcPts val="0"/>
              </a:spcBef>
              <a:spcAft>
                <a:spcPts val="0"/>
              </a:spcAft>
              <a:buSzPts val="1100"/>
              <a:buNone/>
              <a:defRPr/>
            </a:lvl1pPr>
            <a:lvl2pPr lvl="1" algn="l">
              <a:lnSpc>
                <a:spcPct val="100000"/>
              </a:lnSpc>
              <a:spcBef>
                <a:spcPts val="0"/>
              </a:spcBef>
              <a:spcAft>
                <a:spcPts val="0"/>
              </a:spcAft>
              <a:buSzPts val="1100"/>
              <a:buNone/>
              <a:defRPr/>
            </a:lvl2pPr>
            <a:lvl3pPr lvl="2" algn="l">
              <a:lnSpc>
                <a:spcPct val="100000"/>
              </a:lnSpc>
              <a:spcBef>
                <a:spcPts val="0"/>
              </a:spcBef>
              <a:spcAft>
                <a:spcPts val="0"/>
              </a:spcAft>
              <a:buSzPts val="1100"/>
              <a:buNone/>
              <a:defRPr/>
            </a:lvl3pPr>
            <a:lvl4pPr lvl="3" algn="l">
              <a:lnSpc>
                <a:spcPct val="100000"/>
              </a:lnSpc>
              <a:spcBef>
                <a:spcPts val="0"/>
              </a:spcBef>
              <a:spcAft>
                <a:spcPts val="0"/>
              </a:spcAft>
              <a:buSzPts val="1100"/>
              <a:buNone/>
              <a:defRPr/>
            </a:lvl4pPr>
            <a:lvl5pPr lvl="4" algn="l">
              <a:lnSpc>
                <a:spcPct val="100000"/>
              </a:lnSpc>
              <a:spcBef>
                <a:spcPts val="0"/>
              </a:spcBef>
              <a:spcAft>
                <a:spcPts val="0"/>
              </a:spcAft>
              <a:buSzPts val="1100"/>
              <a:buNone/>
              <a:defRPr/>
            </a:lvl5pPr>
            <a:lvl6pPr lvl="5" algn="l">
              <a:lnSpc>
                <a:spcPct val="100000"/>
              </a:lnSpc>
              <a:spcBef>
                <a:spcPts val="0"/>
              </a:spcBef>
              <a:spcAft>
                <a:spcPts val="0"/>
              </a:spcAft>
              <a:buSzPts val="1100"/>
              <a:buNone/>
              <a:defRPr/>
            </a:lvl6pPr>
            <a:lvl7pPr lvl="6" algn="l">
              <a:lnSpc>
                <a:spcPct val="100000"/>
              </a:lnSpc>
              <a:spcBef>
                <a:spcPts val="0"/>
              </a:spcBef>
              <a:spcAft>
                <a:spcPts val="0"/>
              </a:spcAft>
              <a:buSzPts val="1100"/>
              <a:buNone/>
              <a:defRPr/>
            </a:lvl7pPr>
            <a:lvl8pPr lvl="7" algn="l">
              <a:lnSpc>
                <a:spcPct val="100000"/>
              </a:lnSpc>
              <a:spcBef>
                <a:spcPts val="0"/>
              </a:spcBef>
              <a:spcAft>
                <a:spcPts val="0"/>
              </a:spcAft>
              <a:buSzPts val="1100"/>
              <a:buNone/>
              <a:defRPr/>
            </a:lvl8pPr>
            <a:lvl9pPr lvl="8" algn="l">
              <a:lnSpc>
                <a:spcPct val="100000"/>
              </a:lnSpc>
              <a:spcBef>
                <a:spcPts val="0"/>
              </a:spcBef>
              <a:spcAft>
                <a:spcPts val="0"/>
              </a:spcAft>
              <a:buSzPts val="1100"/>
              <a:buNone/>
              <a:defRPr/>
            </a:lvl9pPr>
          </a:lstStyle>
          <a:p/>
        </p:txBody>
      </p:sp>
      <p:sp>
        <p:nvSpPr>
          <p:cNvPr id="28" name="Google Shape;28;p4"/>
          <p:cNvSpPr txBox="1"/>
          <p:nvPr>
            <p:ph idx="12" type="sldNum"/>
          </p:nvPr>
        </p:nvSpPr>
        <p:spPr>
          <a:xfrm>
            <a:off x="6457950" y="4767263"/>
            <a:ext cx="2057400" cy="273844"/>
          </a:xfrm>
          <a:prstGeom prst="rect">
            <a:avLst/>
          </a:prstGeom>
          <a:noFill/>
          <a:ln>
            <a:noFill/>
          </a:ln>
        </p:spPr>
        <p:txBody>
          <a:bodyPr anchorCtr="0" anchor="ctr" bIns="34275" lIns="68575" spcFirstLastPara="1" rIns="68575" wrap="square" tIns="34275">
            <a:noAutofit/>
          </a:bodyPr>
          <a:lstStyle>
            <a:lvl1pPr indent="0" lvl="0" marL="0" marR="0" algn="r">
              <a:lnSpc>
                <a:spcPct val="100000"/>
              </a:lnSpc>
              <a:spcBef>
                <a:spcPts val="0"/>
              </a:spcBef>
              <a:spcAft>
                <a:spcPts val="0"/>
              </a:spcAft>
              <a:buClr>
                <a:srgbClr val="000000"/>
              </a:buClr>
              <a:buSzPts val="900"/>
              <a:buFont typeface="Arial"/>
              <a:buNone/>
              <a:defRPr b="0" i="0" sz="900" u="none" cap="none" strike="noStrike">
                <a:solidFill>
                  <a:srgbClr val="757575"/>
                </a:solidFill>
                <a:latin typeface="Arial"/>
                <a:ea typeface="Arial"/>
                <a:cs typeface="Arial"/>
                <a:sym typeface="Arial"/>
              </a:defRPr>
            </a:lvl1pPr>
            <a:lvl2pPr indent="0" lvl="1" marL="0" marR="0" algn="r">
              <a:lnSpc>
                <a:spcPct val="100000"/>
              </a:lnSpc>
              <a:spcBef>
                <a:spcPts val="0"/>
              </a:spcBef>
              <a:spcAft>
                <a:spcPts val="0"/>
              </a:spcAft>
              <a:buClr>
                <a:srgbClr val="000000"/>
              </a:buClr>
              <a:buSzPts val="900"/>
              <a:buFont typeface="Arial"/>
              <a:buNone/>
              <a:defRPr b="0" i="0" sz="900" u="none" cap="none" strike="noStrike">
                <a:solidFill>
                  <a:srgbClr val="757575"/>
                </a:solidFill>
                <a:latin typeface="Arial"/>
                <a:ea typeface="Arial"/>
                <a:cs typeface="Arial"/>
                <a:sym typeface="Arial"/>
              </a:defRPr>
            </a:lvl2pPr>
            <a:lvl3pPr indent="0" lvl="2" marL="0" marR="0" algn="r">
              <a:lnSpc>
                <a:spcPct val="100000"/>
              </a:lnSpc>
              <a:spcBef>
                <a:spcPts val="0"/>
              </a:spcBef>
              <a:spcAft>
                <a:spcPts val="0"/>
              </a:spcAft>
              <a:buClr>
                <a:srgbClr val="000000"/>
              </a:buClr>
              <a:buSzPts val="900"/>
              <a:buFont typeface="Arial"/>
              <a:buNone/>
              <a:defRPr b="0" i="0" sz="900" u="none" cap="none" strike="noStrike">
                <a:solidFill>
                  <a:srgbClr val="757575"/>
                </a:solidFill>
                <a:latin typeface="Arial"/>
                <a:ea typeface="Arial"/>
                <a:cs typeface="Arial"/>
                <a:sym typeface="Arial"/>
              </a:defRPr>
            </a:lvl3pPr>
            <a:lvl4pPr indent="0" lvl="3" marL="0" marR="0" algn="r">
              <a:lnSpc>
                <a:spcPct val="100000"/>
              </a:lnSpc>
              <a:spcBef>
                <a:spcPts val="0"/>
              </a:spcBef>
              <a:spcAft>
                <a:spcPts val="0"/>
              </a:spcAft>
              <a:buClr>
                <a:srgbClr val="000000"/>
              </a:buClr>
              <a:buSzPts val="900"/>
              <a:buFont typeface="Arial"/>
              <a:buNone/>
              <a:defRPr b="0" i="0" sz="900" u="none" cap="none" strike="noStrike">
                <a:solidFill>
                  <a:srgbClr val="757575"/>
                </a:solidFill>
                <a:latin typeface="Arial"/>
                <a:ea typeface="Arial"/>
                <a:cs typeface="Arial"/>
                <a:sym typeface="Arial"/>
              </a:defRPr>
            </a:lvl4pPr>
            <a:lvl5pPr indent="0" lvl="4" marL="0" marR="0" algn="r">
              <a:lnSpc>
                <a:spcPct val="100000"/>
              </a:lnSpc>
              <a:spcBef>
                <a:spcPts val="0"/>
              </a:spcBef>
              <a:spcAft>
                <a:spcPts val="0"/>
              </a:spcAft>
              <a:buClr>
                <a:srgbClr val="000000"/>
              </a:buClr>
              <a:buSzPts val="900"/>
              <a:buFont typeface="Arial"/>
              <a:buNone/>
              <a:defRPr b="0" i="0" sz="900" u="none" cap="none" strike="noStrike">
                <a:solidFill>
                  <a:srgbClr val="757575"/>
                </a:solidFill>
                <a:latin typeface="Arial"/>
                <a:ea typeface="Arial"/>
                <a:cs typeface="Arial"/>
                <a:sym typeface="Arial"/>
              </a:defRPr>
            </a:lvl5pPr>
            <a:lvl6pPr indent="0" lvl="5" marL="0" marR="0" algn="r">
              <a:lnSpc>
                <a:spcPct val="100000"/>
              </a:lnSpc>
              <a:spcBef>
                <a:spcPts val="0"/>
              </a:spcBef>
              <a:spcAft>
                <a:spcPts val="0"/>
              </a:spcAft>
              <a:buClr>
                <a:srgbClr val="000000"/>
              </a:buClr>
              <a:buSzPts val="900"/>
              <a:buFont typeface="Arial"/>
              <a:buNone/>
              <a:defRPr b="0" i="0" sz="900" u="none" cap="none" strike="noStrike">
                <a:solidFill>
                  <a:srgbClr val="757575"/>
                </a:solidFill>
                <a:latin typeface="Arial"/>
                <a:ea typeface="Arial"/>
                <a:cs typeface="Arial"/>
                <a:sym typeface="Arial"/>
              </a:defRPr>
            </a:lvl6pPr>
            <a:lvl7pPr indent="0" lvl="6" marL="0" marR="0" algn="r">
              <a:lnSpc>
                <a:spcPct val="100000"/>
              </a:lnSpc>
              <a:spcBef>
                <a:spcPts val="0"/>
              </a:spcBef>
              <a:spcAft>
                <a:spcPts val="0"/>
              </a:spcAft>
              <a:buClr>
                <a:srgbClr val="000000"/>
              </a:buClr>
              <a:buSzPts val="900"/>
              <a:buFont typeface="Arial"/>
              <a:buNone/>
              <a:defRPr b="0" i="0" sz="900" u="none" cap="none" strike="noStrike">
                <a:solidFill>
                  <a:srgbClr val="757575"/>
                </a:solidFill>
                <a:latin typeface="Arial"/>
                <a:ea typeface="Arial"/>
                <a:cs typeface="Arial"/>
                <a:sym typeface="Arial"/>
              </a:defRPr>
            </a:lvl7pPr>
            <a:lvl8pPr indent="0" lvl="7" marL="0" marR="0" algn="r">
              <a:lnSpc>
                <a:spcPct val="100000"/>
              </a:lnSpc>
              <a:spcBef>
                <a:spcPts val="0"/>
              </a:spcBef>
              <a:spcAft>
                <a:spcPts val="0"/>
              </a:spcAft>
              <a:buClr>
                <a:srgbClr val="000000"/>
              </a:buClr>
              <a:buSzPts val="900"/>
              <a:buFont typeface="Arial"/>
              <a:buNone/>
              <a:defRPr b="0" i="0" sz="900" u="none" cap="none" strike="noStrike">
                <a:solidFill>
                  <a:srgbClr val="757575"/>
                </a:solidFill>
                <a:latin typeface="Arial"/>
                <a:ea typeface="Arial"/>
                <a:cs typeface="Arial"/>
                <a:sym typeface="Arial"/>
              </a:defRPr>
            </a:lvl8pPr>
            <a:lvl9pPr indent="0" lvl="8" marL="0" marR="0" algn="r">
              <a:lnSpc>
                <a:spcPct val="100000"/>
              </a:lnSpc>
              <a:spcBef>
                <a:spcPts val="0"/>
              </a:spcBef>
              <a:spcAft>
                <a:spcPts val="0"/>
              </a:spcAft>
              <a:buClr>
                <a:srgbClr val="000000"/>
              </a:buClr>
              <a:buSzPts val="900"/>
              <a:buFont typeface="Arial"/>
              <a:buNone/>
              <a:defRPr b="0" i="0" sz="900" u="none" cap="none" strike="noStrike">
                <a:solidFill>
                  <a:srgbClr val="757575"/>
                </a:solidFill>
                <a:latin typeface="Arial"/>
                <a:ea typeface="Arial"/>
                <a:cs typeface="Arial"/>
                <a:sym typeface="Arial"/>
              </a:defRPr>
            </a:lvl9pPr>
          </a:lstStyle>
          <a:p>
            <a:pPr indent="0" lvl="0" marL="0" rtl="0" algn="r">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wo Content" type="twoObj">
  <p:cSld name="TWO_OBJECTS">
    <p:spTree>
      <p:nvGrpSpPr>
        <p:cNvPr id="29" name="Shape 29"/>
        <p:cNvGrpSpPr/>
        <p:nvPr/>
      </p:nvGrpSpPr>
      <p:grpSpPr>
        <a:xfrm>
          <a:off x="0" y="0"/>
          <a:ext cx="0" cy="0"/>
          <a:chOff x="0" y="0"/>
          <a:chExt cx="0" cy="0"/>
        </a:xfrm>
      </p:grpSpPr>
      <p:sp>
        <p:nvSpPr>
          <p:cNvPr id="30" name="Google Shape;30;p5"/>
          <p:cNvSpPr txBox="1"/>
          <p:nvPr>
            <p:ph type="title"/>
          </p:nvPr>
        </p:nvSpPr>
        <p:spPr>
          <a:xfrm>
            <a:off x="628650" y="273844"/>
            <a:ext cx="7886700" cy="994172"/>
          </a:xfrm>
          <a:prstGeom prst="rect">
            <a:avLst/>
          </a:prstGeom>
          <a:noFill/>
          <a:ln>
            <a:noFill/>
          </a:ln>
        </p:spPr>
        <p:txBody>
          <a:bodyPr anchorCtr="0" anchor="ctr" bIns="34275" lIns="68575" spcFirstLastPara="1" rIns="68575" wrap="square" tIns="34275">
            <a:normAutofit/>
          </a:bodyPr>
          <a:lstStyle>
            <a:lvl1pPr lvl="0" algn="l">
              <a:lnSpc>
                <a:spcPct val="90000"/>
              </a:lnSpc>
              <a:spcBef>
                <a:spcPts val="0"/>
              </a:spcBef>
              <a:spcAft>
                <a:spcPts val="0"/>
              </a:spcAft>
              <a:buClr>
                <a:schemeClr val="dk1"/>
              </a:buClr>
              <a:buSzPts val="1400"/>
              <a:buNone/>
              <a:defRPr/>
            </a:lvl1pPr>
            <a:lvl2pPr lvl="1" algn="l">
              <a:lnSpc>
                <a:spcPct val="100000"/>
              </a:lnSpc>
              <a:spcBef>
                <a:spcPts val="0"/>
              </a:spcBef>
              <a:spcAft>
                <a:spcPts val="0"/>
              </a:spcAft>
              <a:buSzPts val="1100"/>
              <a:buNone/>
              <a:defRPr/>
            </a:lvl2pPr>
            <a:lvl3pPr lvl="2" algn="l">
              <a:lnSpc>
                <a:spcPct val="100000"/>
              </a:lnSpc>
              <a:spcBef>
                <a:spcPts val="0"/>
              </a:spcBef>
              <a:spcAft>
                <a:spcPts val="0"/>
              </a:spcAft>
              <a:buSzPts val="1100"/>
              <a:buNone/>
              <a:defRPr/>
            </a:lvl3pPr>
            <a:lvl4pPr lvl="3" algn="l">
              <a:lnSpc>
                <a:spcPct val="100000"/>
              </a:lnSpc>
              <a:spcBef>
                <a:spcPts val="0"/>
              </a:spcBef>
              <a:spcAft>
                <a:spcPts val="0"/>
              </a:spcAft>
              <a:buSzPts val="1100"/>
              <a:buNone/>
              <a:defRPr/>
            </a:lvl4pPr>
            <a:lvl5pPr lvl="4" algn="l">
              <a:lnSpc>
                <a:spcPct val="100000"/>
              </a:lnSpc>
              <a:spcBef>
                <a:spcPts val="0"/>
              </a:spcBef>
              <a:spcAft>
                <a:spcPts val="0"/>
              </a:spcAft>
              <a:buSzPts val="1100"/>
              <a:buNone/>
              <a:defRPr/>
            </a:lvl5pPr>
            <a:lvl6pPr lvl="5" algn="l">
              <a:lnSpc>
                <a:spcPct val="100000"/>
              </a:lnSpc>
              <a:spcBef>
                <a:spcPts val="0"/>
              </a:spcBef>
              <a:spcAft>
                <a:spcPts val="0"/>
              </a:spcAft>
              <a:buSzPts val="1100"/>
              <a:buNone/>
              <a:defRPr/>
            </a:lvl6pPr>
            <a:lvl7pPr lvl="6" algn="l">
              <a:lnSpc>
                <a:spcPct val="100000"/>
              </a:lnSpc>
              <a:spcBef>
                <a:spcPts val="0"/>
              </a:spcBef>
              <a:spcAft>
                <a:spcPts val="0"/>
              </a:spcAft>
              <a:buSzPts val="1100"/>
              <a:buNone/>
              <a:defRPr/>
            </a:lvl7pPr>
            <a:lvl8pPr lvl="7" algn="l">
              <a:lnSpc>
                <a:spcPct val="100000"/>
              </a:lnSpc>
              <a:spcBef>
                <a:spcPts val="0"/>
              </a:spcBef>
              <a:spcAft>
                <a:spcPts val="0"/>
              </a:spcAft>
              <a:buSzPts val="1100"/>
              <a:buNone/>
              <a:defRPr/>
            </a:lvl8pPr>
            <a:lvl9pPr lvl="8" algn="l">
              <a:lnSpc>
                <a:spcPct val="100000"/>
              </a:lnSpc>
              <a:spcBef>
                <a:spcPts val="0"/>
              </a:spcBef>
              <a:spcAft>
                <a:spcPts val="0"/>
              </a:spcAft>
              <a:buSzPts val="1100"/>
              <a:buNone/>
              <a:defRPr/>
            </a:lvl9pPr>
          </a:lstStyle>
          <a:p/>
        </p:txBody>
      </p:sp>
      <p:sp>
        <p:nvSpPr>
          <p:cNvPr id="31" name="Google Shape;31;p5"/>
          <p:cNvSpPr txBox="1"/>
          <p:nvPr>
            <p:ph idx="1" type="body"/>
          </p:nvPr>
        </p:nvSpPr>
        <p:spPr>
          <a:xfrm>
            <a:off x="628650" y="1369219"/>
            <a:ext cx="3886200" cy="3263504"/>
          </a:xfrm>
          <a:prstGeom prst="rect">
            <a:avLst/>
          </a:prstGeom>
          <a:noFill/>
          <a:ln>
            <a:noFill/>
          </a:ln>
        </p:spPr>
        <p:txBody>
          <a:bodyPr anchorCtr="0" anchor="t" bIns="34275" lIns="68575" spcFirstLastPara="1" rIns="68575" wrap="square" tIns="34275">
            <a:normAutofit/>
          </a:bodyPr>
          <a:lstStyle>
            <a:lvl1pPr indent="-317500" lvl="0" marL="457200" algn="l">
              <a:lnSpc>
                <a:spcPct val="90000"/>
              </a:lnSpc>
              <a:spcBef>
                <a:spcPts val="800"/>
              </a:spcBef>
              <a:spcAft>
                <a:spcPts val="0"/>
              </a:spcAft>
              <a:buClr>
                <a:schemeClr val="dk1"/>
              </a:buClr>
              <a:buSzPts val="1400"/>
              <a:buChar char="•"/>
              <a:defRPr/>
            </a:lvl1pPr>
            <a:lvl2pPr indent="-317500" lvl="1" marL="914400" algn="l">
              <a:lnSpc>
                <a:spcPct val="90000"/>
              </a:lnSpc>
              <a:spcBef>
                <a:spcPts val="400"/>
              </a:spcBef>
              <a:spcAft>
                <a:spcPts val="0"/>
              </a:spcAft>
              <a:buClr>
                <a:schemeClr val="dk1"/>
              </a:buClr>
              <a:buSzPts val="1400"/>
              <a:buChar char="•"/>
              <a:defRPr/>
            </a:lvl2pPr>
            <a:lvl3pPr indent="-317500" lvl="2" marL="1371600" algn="l">
              <a:lnSpc>
                <a:spcPct val="90000"/>
              </a:lnSpc>
              <a:spcBef>
                <a:spcPts val="400"/>
              </a:spcBef>
              <a:spcAft>
                <a:spcPts val="0"/>
              </a:spcAft>
              <a:buClr>
                <a:schemeClr val="dk1"/>
              </a:buClr>
              <a:buSzPts val="1400"/>
              <a:buChar char="•"/>
              <a:defRPr/>
            </a:lvl3pPr>
            <a:lvl4pPr indent="-317500" lvl="3" marL="1828800" algn="l">
              <a:lnSpc>
                <a:spcPct val="90000"/>
              </a:lnSpc>
              <a:spcBef>
                <a:spcPts val="400"/>
              </a:spcBef>
              <a:spcAft>
                <a:spcPts val="0"/>
              </a:spcAft>
              <a:buClr>
                <a:schemeClr val="dk1"/>
              </a:buClr>
              <a:buSzPts val="1400"/>
              <a:buChar char="•"/>
              <a:defRPr/>
            </a:lvl4pPr>
            <a:lvl5pPr indent="-317500" lvl="4" marL="2286000" algn="l">
              <a:lnSpc>
                <a:spcPct val="90000"/>
              </a:lnSpc>
              <a:spcBef>
                <a:spcPts val="400"/>
              </a:spcBef>
              <a:spcAft>
                <a:spcPts val="0"/>
              </a:spcAft>
              <a:buClr>
                <a:schemeClr val="dk1"/>
              </a:buClr>
              <a:buSzPts val="1400"/>
              <a:buChar char="•"/>
              <a:defRPr/>
            </a:lvl5pPr>
            <a:lvl6pPr indent="-317500" lvl="5" marL="2743200" algn="l">
              <a:lnSpc>
                <a:spcPct val="90000"/>
              </a:lnSpc>
              <a:spcBef>
                <a:spcPts val="400"/>
              </a:spcBef>
              <a:spcAft>
                <a:spcPts val="0"/>
              </a:spcAft>
              <a:buClr>
                <a:schemeClr val="dk1"/>
              </a:buClr>
              <a:buSzPts val="1400"/>
              <a:buChar char="•"/>
              <a:defRPr/>
            </a:lvl6pPr>
            <a:lvl7pPr indent="-317500" lvl="6" marL="3200400" algn="l">
              <a:lnSpc>
                <a:spcPct val="90000"/>
              </a:lnSpc>
              <a:spcBef>
                <a:spcPts val="400"/>
              </a:spcBef>
              <a:spcAft>
                <a:spcPts val="0"/>
              </a:spcAft>
              <a:buClr>
                <a:schemeClr val="dk1"/>
              </a:buClr>
              <a:buSzPts val="1400"/>
              <a:buChar char="•"/>
              <a:defRPr/>
            </a:lvl7pPr>
            <a:lvl8pPr indent="-317500" lvl="7" marL="3657600" algn="l">
              <a:lnSpc>
                <a:spcPct val="90000"/>
              </a:lnSpc>
              <a:spcBef>
                <a:spcPts val="400"/>
              </a:spcBef>
              <a:spcAft>
                <a:spcPts val="0"/>
              </a:spcAft>
              <a:buClr>
                <a:schemeClr val="dk1"/>
              </a:buClr>
              <a:buSzPts val="1400"/>
              <a:buChar char="•"/>
              <a:defRPr/>
            </a:lvl8pPr>
            <a:lvl9pPr indent="-317500" lvl="8" marL="4114800" algn="l">
              <a:lnSpc>
                <a:spcPct val="90000"/>
              </a:lnSpc>
              <a:spcBef>
                <a:spcPts val="400"/>
              </a:spcBef>
              <a:spcAft>
                <a:spcPts val="0"/>
              </a:spcAft>
              <a:buClr>
                <a:schemeClr val="dk1"/>
              </a:buClr>
              <a:buSzPts val="1400"/>
              <a:buChar char="•"/>
              <a:defRPr/>
            </a:lvl9pPr>
          </a:lstStyle>
          <a:p/>
        </p:txBody>
      </p:sp>
      <p:sp>
        <p:nvSpPr>
          <p:cNvPr id="32" name="Google Shape;32;p5"/>
          <p:cNvSpPr txBox="1"/>
          <p:nvPr>
            <p:ph idx="2" type="body"/>
          </p:nvPr>
        </p:nvSpPr>
        <p:spPr>
          <a:xfrm>
            <a:off x="4629150" y="1369219"/>
            <a:ext cx="3886200" cy="3263504"/>
          </a:xfrm>
          <a:prstGeom prst="rect">
            <a:avLst/>
          </a:prstGeom>
          <a:noFill/>
          <a:ln>
            <a:noFill/>
          </a:ln>
        </p:spPr>
        <p:txBody>
          <a:bodyPr anchorCtr="0" anchor="t" bIns="34275" lIns="68575" spcFirstLastPara="1" rIns="68575" wrap="square" tIns="34275">
            <a:normAutofit/>
          </a:bodyPr>
          <a:lstStyle>
            <a:lvl1pPr indent="-317500" lvl="0" marL="457200" algn="l">
              <a:lnSpc>
                <a:spcPct val="90000"/>
              </a:lnSpc>
              <a:spcBef>
                <a:spcPts val="800"/>
              </a:spcBef>
              <a:spcAft>
                <a:spcPts val="0"/>
              </a:spcAft>
              <a:buClr>
                <a:schemeClr val="dk1"/>
              </a:buClr>
              <a:buSzPts val="1400"/>
              <a:buChar char="•"/>
              <a:defRPr/>
            </a:lvl1pPr>
            <a:lvl2pPr indent="-317500" lvl="1" marL="914400" algn="l">
              <a:lnSpc>
                <a:spcPct val="90000"/>
              </a:lnSpc>
              <a:spcBef>
                <a:spcPts val="400"/>
              </a:spcBef>
              <a:spcAft>
                <a:spcPts val="0"/>
              </a:spcAft>
              <a:buClr>
                <a:schemeClr val="dk1"/>
              </a:buClr>
              <a:buSzPts val="1400"/>
              <a:buChar char="•"/>
              <a:defRPr/>
            </a:lvl2pPr>
            <a:lvl3pPr indent="-317500" lvl="2" marL="1371600" algn="l">
              <a:lnSpc>
                <a:spcPct val="90000"/>
              </a:lnSpc>
              <a:spcBef>
                <a:spcPts val="400"/>
              </a:spcBef>
              <a:spcAft>
                <a:spcPts val="0"/>
              </a:spcAft>
              <a:buClr>
                <a:schemeClr val="dk1"/>
              </a:buClr>
              <a:buSzPts val="1400"/>
              <a:buChar char="•"/>
              <a:defRPr/>
            </a:lvl3pPr>
            <a:lvl4pPr indent="-317500" lvl="3" marL="1828800" algn="l">
              <a:lnSpc>
                <a:spcPct val="90000"/>
              </a:lnSpc>
              <a:spcBef>
                <a:spcPts val="400"/>
              </a:spcBef>
              <a:spcAft>
                <a:spcPts val="0"/>
              </a:spcAft>
              <a:buClr>
                <a:schemeClr val="dk1"/>
              </a:buClr>
              <a:buSzPts val="1400"/>
              <a:buChar char="•"/>
              <a:defRPr/>
            </a:lvl4pPr>
            <a:lvl5pPr indent="-317500" lvl="4" marL="2286000" algn="l">
              <a:lnSpc>
                <a:spcPct val="90000"/>
              </a:lnSpc>
              <a:spcBef>
                <a:spcPts val="400"/>
              </a:spcBef>
              <a:spcAft>
                <a:spcPts val="0"/>
              </a:spcAft>
              <a:buClr>
                <a:schemeClr val="dk1"/>
              </a:buClr>
              <a:buSzPts val="1400"/>
              <a:buChar char="•"/>
              <a:defRPr/>
            </a:lvl5pPr>
            <a:lvl6pPr indent="-317500" lvl="5" marL="2743200" algn="l">
              <a:lnSpc>
                <a:spcPct val="90000"/>
              </a:lnSpc>
              <a:spcBef>
                <a:spcPts val="400"/>
              </a:spcBef>
              <a:spcAft>
                <a:spcPts val="0"/>
              </a:spcAft>
              <a:buClr>
                <a:schemeClr val="dk1"/>
              </a:buClr>
              <a:buSzPts val="1400"/>
              <a:buChar char="•"/>
              <a:defRPr/>
            </a:lvl6pPr>
            <a:lvl7pPr indent="-317500" lvl="6" marL="3200400" algn="l">
              <a:lnSpc>
                <a:spcPct val="90000"/>
              </a:lnSpc>
              <a:spcBef>
                <a:spcPts val="400"/>
              </a:spcBef>
              <a:spcAft>
                <a:spcPts val="0"/>
              </a:spcAft>
              <a:buClr>
                <a:schemeClr val="dk1"/>
              </a:buClr>
              <a:buSzPts val="1400"/>
              <a:buChar char="•"/>
              <a:defRPr/>
            </a:lvl7pPr>
            <a:lvl8pPr indent="-317500" lvl="7" marL="3657600" algn="l">
              <a:lnSpc>
                <a:spcPct val="90000"/>
              </a:lnSpc>
              <a:spcBef>
                <a:spcPts val="400"/>
              </a:spcBef>
              <a:spcAft>
                <a:spcPts val="0"/>
              </a:spcAft>
              <a:buClr>
                <a:schemeClr val="dk1"/>
              </a:buClr>
              <a:buSzPts val="1400"/>
              <a:buChar char="•"/>
              <a:defRPr/>
            </a:lvl8pPr>
            <a:lvl9pPr indent="-317500" lvl="8" marL="4114800" algn="l">
              <a:lnSpc>
                <a:spcPct val="90000"/>
              </a:lnSpc>
              <a:spcBef>
                <a:spcPts val="400"/>
              </a:spcBef>
              <a:spcAft>
                <a:spcPts val="0"/>
              </a:spcAft>
              <a:buClr>
                <a:schemeClr val="dk1"/>
              </a:buClr>
              <a:buSzPts val="1400"/>
              <a:buChar char="•"/>
              <a:defRPr/>
            </a:lvl9pPr>
          </a:lstStyle>
          <a:p/>
        </p:txBody>
      </p:sp>
      <p:sp>
        <p:nvSpPr>
          <p:cNvPr id="33" name="Google Shape;33;p5"/>
          <p:cNvSpPr txBox="1"/>
          <p:nvPr>
            <p:ph idx="10" type="dt"/>
          </p:nvPr>
        </p:nvSpPr>
        <p:spPr>
          <a:xfrm>
            <a:off x="628650" y="4767263"/>
            <a:ext cx="2057400" cy="273844"/>
          </a:xfrm>
          <a:prstGeom prst="rect">
            <a:avLst/>
          </a:prstGeom>
          <a:noFill/>
          <a:ln>
            <a:noFill/>
          </a:ln>
        </p:spPr>
        <p:txBody>
          <a:bodyPr anchorCtr="0" anchor="ctr" bIns="34275" lIns="68575" spcFirstLastPara="1" rIns="68575" wrap="square" tIns="34275">
            <a:noAutofit/>
          </a:bodyPr>
          <a:lstStyle>
            <a:lvl1pPr lvl="0" algn="l">
              <a:lnSpc>
                <a:spcPct val="100000"/>
              </a:lnSpc>
              <a:spcBef>
                <a:spcPts val="0"/>
              </a:spcBef>
              <a:spcAft>
                <a:spcPts val="0"/>
              </a:spcAft>
              <a:buSzPts val="1100"/>
              <a:buNone/>
              <a:defRPr/>
            </a:lvl1pPr>
            <a:lvl2pPr lvl="1" algn="l">
              <a:lnSpc>
                <a:spcPct val="100000"/>
              </a:lnSpc>
              <a:spcBef>
                <a:spcPts val="0"/>
              </a:spcBef>
              <a:spcAft>
                <a:spcPts val="0"/>
              </a:spcAft>
              <a:buSzPts val="1100"/>
              <a:buNone/>
              <a:defRPr/>
            </a:lvl2pPr>
            <a:lvl3pPr lvl="2" algn="l">
              <a:lnSpc>
                <a:spcPct val="100000"/>
              </a:lnSpc>
              <a:spcBef>
                <a:spcPts val="0"/>
              </a:spcBef>
              <a:spcAft>
                <a:spcPts val="0"/>
              </a:spcAft>
              <a:buSzPts val="1100"/>
              <a:buNone/>
              <a:defRPr/>
            </a:lvl3pPr>
            <a:lvl4pPr lvl="3" algn="l">
              <a:lnSpc>
                <a:spcPct val="100000"/>
              </a:lnSpc>
              <a:spcBef>
                <a:spcPts val="0"/>
              </a:spcBef>
              <a:spcAft>
                <a:spcPts val="0"/>
              </a:spcAft>
              <a:buSzPts val="1100"/>
              <a:buNone/>
              <a:defRPr/>
            </a:lvl4pPr>
            <a:lvl5pPr lvl="4" algn="l">
              <a:lnSpc>
                <a:spcPct val="100000"/>
              </a:lnSpc>
              <a:spcBef>
                <a:spcPts val="0"/>
              </a:spcBef>
              <a:spcAft>
                <a:spcPts val="0"/>
              </a:spcAft>
              <a:buSzPts val="1100"/>
              <a:buNone/>
              <a:defRPr/>
            </a:lvl5pPr>
            <a:lvl6pPr lvl="5" algn="l">
              <a:lnSpc>
                <a:spcPct val="100000"/>
              </a:lnSpc>
              <a:spcBef>
                <a:spcPts val="0"/>
              </a:spcBef>
              <a:spcAft>
                <a:spcPts val="0"/>
              </a:spcAft>
              <a:buSzPts val="1100"/>
              <a:buNone/>
              <a:defRPr/>
            </a:lvl6pPr>
            <a:lvl7pPr lvl="6" algn="l">
              <a:lnSpc>
                <a:spcPct val="100000"/>
              </a:lnSpc>
              <a:spcBef>
                <a:spcPts val="0"/>
              </a:spcBef>
              <a:spcAft>
                <a:spcPts val="0"/>
              </a:spcAft>
              <a:buSzPts val="1100"/>
              <a:buNone/>
              <a:defRPr/>
            </a:lvl7pPr>
            <a:lvl8pPr lvl="7" algn="l">
              <a:lnSpc>
                <a:spcPct val="100000"/>
              </a:lnSpc>
              <a:spcBef>
                <a:spcPts val="0"/>
              </a:spcBef>
              <a:spcAft>
                <a:spcPts val="0"/>
              </a:spcAft>
              <a:buSzPts val="1100"/>
              <a:buNone/>
              <a:defRPr/>
            </a:lvl8pPr>
            <a:lvl9pPr lvl="8" algn="l">
              <a:lnSpc>
                <a:spcPct val="100000"/>
              </a:lnSpc>
              <a:spcBef>
                <a:spcPts val="0"/>
              </a:spcBef>
              <a:spcAft>
                <a:spcPts val="0"/>
              </a:spcAft>
              <a:buSzPts val="1100"/>
              <a:buNone/>
              <a:defRPr/>
            </a:lvl9pPr>
          </a:lstStyle>
          <a:p/>
        </p:txBody>
      </p:sp>
      <p:sp>
        <p:nvSpPr>
          <p:cNvPr id="34" name="Google Shape;34;p5"/>
          <p:cNvSpPr txBox="1"/>
          <p:nvPr>
            <p:ph idx="11" type="ftr"/>
          </p:nvPr>
        </p:nvSpPr>
        <p:spPr>
          <a:xfrm>
            <a:off x="3028950" y="4767263"/>
            <a:ext cx="3086100" cy="273844"/>
          </a:xfrm>
          <a:prstGeom prst="rect">
            <a:avLst/>
          </a:prstGeom>
          <a:noFill/>
          <a:ln>
            <a:noFill/>
          </a:ln>
        </p:spPr>
        <p:txBody>
          <a:bodyPr anchorCtr="0" anchor="ctr" bIns="34275" lIns="68575" spcFirstLastPara="1" rIns="68575" wrap="square" tIns="34275">
            <a:noAutofit/>
          </a:bodyPr>
          <a:lstStyle>
            <a:lvl1pPr lvl="0" algn="ctr">
              <a:lnSpc>
                <a:spcPct val="100000"/>
              </a:lnSpc>
              <a:spcBef>
                <a:spcPts val="0"/>
              </a:spcBef>
              <a:spcAft>
                <a:spcPts val="0"/>
              </a:spcAft>
              <a:buSzPts val="1100"/>
              <a:buNone/>
              <a:defRPr/>
            </a:lvl1pPr>
            <a:lvl2pPr lvl="1" algn="l">
              <a:lnSpc>
                <a:spcPct val="100000"/>
              </a:lnSpc>
              <a:spcBef>
                <a:spcPts val="0"/>
              </a:spcBef>
              <a:spcAft>
                <a:spcPts val="0"/>
              </a:spcAft>
              <a:buSzPts val="1100"/>
              <a:buNone/>
              <a:defRPr/>
            </a:lvl2pPr>
            <a:lvl3pPr lvl="2" algn="l">
              <a:lnSpc>
                <a:spcPct val="100000"/>
              </a:lnSpc>
              <a:spcBef>
                <a:spcPts val="0"/>
              </a:spcBef>
              <a:spcAft>
                <a:spcPts val="0"/>
              </a:spcAft>
              <a:buSzPts val="1100"/>
              <a:buNone/>
              <a:defRPr/>
            </a:lvl3pPr>
            <a:lvl4pPr lvl="3" algn="l">
              <a:lnSpc>
                <a:spcPct val="100000"/>
              </a:lnSpc>
              <a:spcBef>
                <a:spcPts val="0"/>
              </a:spcBef>
              <a:spcAft>
                <a:spcPts val="0"/>
              </a:spcAft>
              <a:buSzPts val="1100"/>
              <a:buNone/>
              <a:defRPr/>
            </a:lvl4pPr>
            <a:lvl5pPr lvl="4" algn="l">
              <a:lnSpc>
                <a:spcPct val="100000"/>
              </a:lnSpc>
              <a:spcBef>
                <a:spcPts val="0"/>
              </a:spcBef>
              <a:spcAft>
                <a:spcPts val="0"/>
              </a:spcAft>
              <a:buSzPts val="1100"/>
              <a:buNone/>
              <a:defRPr/>
            </a:lvl5pPr>
            <a:lvl6pPr lvl="5" algn="l">
              <a:lnSpc>
                <a:spcPct val="100000"/>
              </a:lnSpc>
              <a:spcBef>
                <a:spcPts val="0"/>
              </a:spcBef>
              <a:spcAft>
                <a:spcPts val="0"/>
              </a:spcAft>
              <a:buSzPts val="1100"/>
              <a:buNone/>
              <a:defRPr/>
            </a:lvl6pPr>
            <a:lvl7pPr lvl="6" algn="l">
              <a:lnSpc>
                <a:spcPct val="100000"/>
              </a:lnSpc>
              <a:spcBef>
                <a:spcPts val="0"/>
              </a:spcBef>
              <a:spcAft>
                <a:spcPts val="0"/>
              </a:spcAft>
              <a:buSzPts val="1100"/>
              <a:buNone/>
              <a:defRPr/>
            </a:lvl7pPr>
            <a:lvl8pPr lvl="7" algn="l">
              <a:lnSpc>
                <a:spcPct val="100000"/>
              </a:lnSpc>
              <a:spcBef>
                <a:spcPts val="0"/>
              </a:spcBef>
              <a:spcAft>
                <a:spcPts val="0"/>
              </a:spcAft>
              <a:buSzPts val="1100"/>
              <a:buNone/>
              <a:defRPr/>
            </a:lvl8pPr>
            <a:lvl9pPr lvl="8" algn="l">
              <a:lnSpc>
                <a:spcPct val="100000"/>
              </a:lnSpc>
              <a:spcBef>
                <a:spcPts val="0"/>
              </a:spcBef>
              <a:spcAft>
                <a:spcPts val="0"/>
              </a:spcAft>
              <a:buSzPts val="1100"/>
              <a:buNone/>
              <a:defRPr/>
            </a:lvl9pPr>
          </a:lstStyle>
          <a:p/>
        </p:txBody>
      </p:sp>
      <p:sp>
        <p:nvSpPr>
          <p:cNvPr id="35" name="Google Shape;35;p5"/>
          <p:cNvSpPr txBox="1"/>
          <p:nvPr>
            <p:ph idx="12" type="sldNum"/>
          </p:nvPr>
        </p:nvSpPr>
        <p:spPr>
          <a:xfrm>
            <a:off x="6457950" y="4767263"/>
            <a:ext cx="2057400" cy="273844"/>
          </a:xfrm>
          <a:prstGeom prst="rect">
            <a:avLst/>
          </a:prstGeom>
          <a:noFill/>
          <a:ln>
            <a:noFill/>
          </a:ln>
        </p:spPr>
        <p:txBody>
          <a:bodyPr anchorCtr="0" anchor="ctr" bIns="34275" lIns="68575" spcFirstLastPara="1" rIns="68575" wrap="square" tIns="34275">
            <a:noAutofit/>
          </a:bodyPr>
          <a:lstStyle>
            <a:lvl1pPr indent="0" lvl="0" marL="0" marR="0" algn="r">
              <a:lnSpc>
                <a:spcPct val="100000"/>
              </a:lnSpc>
              <a:spcBef>
                <a:spcPts val="0"/>
              </a:spcBef>
              <a:spcAft>
                <a:spcPts val="0"/>
              </a:spcAft>
              <a:buClr>
                <a:srgbClr val="000000"/>
              </a:buClr>
              <a:buSzPts val="900"/>
              <a:buFont typeface="Arial"/>
              <a:buNone/>
              <a:defRPr b="0" i="0" sz="900" u="none" cap="none" strike="noStrike">
                <a:solidFill>
                  <a:srgbClr val="757575"/>
                </a:solidFill>
                <a:latin typeface="Arial"/>
                <a:ea typeface="Arial"/>
                <a:cs typeface="Arial"/>
                <a:sym typeface="Arial"/>
              </a:defRPr>
            </a:lvl1pPr>
            <a:lvl2pPr indent="0" lvl="1" marL="0" marR="0" algn="r">
              <a:lnSpc>
                <a:spcPct val="100000"/>
              </a:lnSpc>
              <a:spcBef>
                <a:spcPts val="0"/>
              </a:spcBef>
              <a:spcAft>
                <a:spcPts val="0"/>
              </a:spcAft>
              <a:buClr>
                <a:srgbClr val="000000"/>
              </a:buClr>
              <a:buSzPts val="900"/>
              <a:buFont typeface="Arial"/>
              <a:buNone/>
              <a:defRPr b="0" i="0" sz="900" u="none" cap="none" strike="noStrike">
                <a:solidFill>
                  <a:srgbClr val="757575"/>
                </a:solidFill>
                <a:latin typeface="Arial"/>
                <a:ea typeface="Arial"/>
                <a:cs typeface="Arial"/>
                <a:sym typeface="Arial"/>
              </a:defRPr>
            </a:lvl2pPr>
            <a:lvl3pPr indent="0" lvl="2" marL="0" marR="0" algn="r">
              <a:lnSpc>
                <a:spcPct val="100000"/>
              </a:lnSpc>
              <a:spcBef>
                <a:spcPts val="0"/>
              </a:spcBef>
              <a:spcAft>
                <a:spcPts val="0"/>
              </a:spcAft>
              <a:buClr>
                <a:srgbClr val="000000"/>
              </a:buClr>
              <a:buSzPts val="900"/>
              <a:buFont typeface="Arial"/>
              <a:buNone/>
              <a:defRPr b="0" i="0" sz="900" u="none" cap="none" strike="noStrike">
                <a:solidFill>
                  <a:srgbClr val="757575"/>
                </a:solidFill>
                <a:latin typeface="Arial"/>
                <a:ea typeface="Arial"/>
                <a:cs typeface="Arial"/>
                <a:sym typeface="Arial"/>
              </a:defRPr>
            </a:lvl3pPr>
            <a:lvl4pPr indent="0" lvl="3" marL="0" marR="0" algn="r">
              <a:lnSpc>
                <a:spcPct val="100000"/>
              </a:lnSpc>
              <a:spcBef>
                <a:spcPts val="0"/>
              </a:spcBef>
              <a:spcAft>
                <a:spcPts val="0"/>
              </a:spcAft>
              <a:buClr>
                <a:srgbClr val="000000"/>
              </a:buClr>
              <a:buSzPts val="900"/>
              <a:buFont typeface="Arial"/>
              <a:buNone/>
              <a:defRPr b="0" i="0" sz="900" u="none" cap="none" strike="noStrike">
                <a:solidFill>
                  <a:srgbClr val="757575"/>
                </a:solidFill>
                <a:latin typeface="Arial"/>
                <a:ea typeface="Arial"/>
                <a:cs typeface="Arial"/>
                <a:sym typeface="Arial"/>
              </a:defRPr>
            </a:lvl4pPr>
            <a:lvl5pPr indent="0" lvl="4" marL="0" marR="0" algn="r">
              <a:lnSpc>
                <a:spcPct val="100000"/>
              </a:lnSpc>
              <a:spcBef>
                <a:spcPts val="0"/>
              </a:spcBef>
              <a:spcAft>
                <a:spcPts val="0"/>
              </a:spcAft>
              <a:buClr>
                <a:srgbClr val="000000"/>
              </a:buClr>
              <a:buSzPts val="900"/>
              <a:buFont typeface="Arial"/>
              <a:buNone/>
              <a:defRPr b="0" i="0" sz="900" u="none" cap="none" strike="noStrike">
                <a:solidFill>
                  <a:srgbClr val="757575"/>
                </a:solidFill>
                <a:latin typeface="Arial"/>
                <a:ea typeface="Arial"/>
                <a:cs typeface="Arial"/>
                <a:sym typeface="Arial"/>
              </a:defRPr>
            </a:lvl5pPr>
            <a:lvl6pPr indent="0" lvl="5" marL="0" marR="0" algn="r">
              <a:lnSpc>
                <a:spcPct val="100000"/>
              </a:lnSpc>
              <a:spcBef>
                <a:spcPts val="0"/>
              </a:spcBef>
              <a:spcAft>
                <a:spcPts val="0"/>
              </a:spcAft>
              <a:buClr>
                <a:srgbClr val="000000"/>
              </a:buClr>
              <a:buSzPts val="900"/>
              <a:buFont typeface="Arial"/>
              <a:buNone/>
              <a:defRPr b="0" i="0" sz="900" u="none" cap="none" strike="noStrike">
                <a:solidFill>
                  <a:srgbClr val="757575"/>
                </a:solidFill>
                <a:latin typeface="Arial"/>
                <a:ea typeface="Arial"/>
                <a:cs typeface="Arial"/>
                <a:sym typeface="Arial"/>
              </a:defRPr>
            </a:lvl6pPr>
            <a:lvl7pPr indent="0" lvl="6" marL="0" marR="0" algn="r">
              <a:lnSpc>
                <a:spcPct val="100000"/>
              </a:lnSpc>
              <a:spcBef>
                <a:spcPts val="0"/>
              </a:spcBef>
              <a:spcAft>
                <a:spcPts val="0"/>
              </a:spcAft>
              <a:buClr>
                <a:srgbClr val="000000"/>
              </a:buClr>
              <a:buSzPts val="900"/>
              <a:buFont typeface="Arial"/>
              <a:buNone/>
              <a:defRPr b="0" i="0" sz="900" u="none" cap="none" strike="noStrike">
                <a:solidFill>
                  <a:srgbClr val="757575"/>
                </a:solidFill>
                <a:latin typeface="Arial"/>
                <a:ea typeface="Arial"/>
                <a:cs typeface="Arial"/>
                <a:sym typeface="Arial"/>
              </a:defRPr>
            </a:lvl7pPr>
            <a:lvl8pPr indent="0" lvl="7" marL="0" marR="0" algn="r">
              <a:lnSpc>
                <a:spcPct val="100000"/>
              </a:lnSpc>
              <a:spcBef>
                <a:spcPts val="0"/>
              </a:spcBef>
              <a:spcAft>
                <a:spcPts val="0"/>
              </a:spcAft>
              <a:buClr>
                <a:srgbClr val="000000"/>
              </a:buClr>
              <a:buSzPts val="900"/>
              <a:buFont typeface="Arial"/>
              <a:buNone/>
              <a:defRPr b="0" i="0" sz="900" u="none" cap="none" strike="noStrike">
                <a:solidFill>
                  <a:srgbClr val="757575"/>
                </a:solidFill>
                <a:latin typeface="Arial"/>
                <a:ea typeface="Arial"/>
                <a:cs typeface="Arial"/>
                <a:sym typeface="Arial"/>
              </a:defRPr>
            </a:lvl8pPr>
            <a:lvl9pPr indent="0" lvl="8" marL="0" marR="0" algn="r">
              <a:lnSpc>
                <a:spcPct val="100000"/>
              </a:lnSpc>
              <a:spcBef>
                <a:spcPts val="0"/>
              </a:spcBef>
              <a:spcAft>
                <a:spcPts val="0"/>
              </a:spcAft>
              <a:buClr>
                <a:srgbClr val="000000"/>
              </a:buClr>
              <a:buSzPts val="900"/>
              <a:buFont typeface="Arial"/>
              <a:buNone/>
              <a:defRPr b="0" i="0" sz="900" u="none" cap="none" strike="noStrike">
                <a:solidFill>
                  <a:srgbClr val="757575"/>
                </a:solidFill>
                <a:latin typeface="Arial"/>
                <a:ea typeface="Arial"/>
                <a:cs typeface="Arial"/>
                <a:sym typeface="Arial"/>
              </a:defRPr>
            </a:lvl9pPr>
          </a:lstStyle>
          <a:p>
            <a:pPr indent="0" lvl="0" marL="0" rtl="0" algn="r">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Comparison" type="twoTxTwoObj">
  <p:cSld name="TWO_OBJECTS_WITH_TEXT">
    <p:spTree>
      <p:nvGrpSpPr>
        <p:cNvPr id="36" name="Shape 36"/>
        <p:cNvGrpSpPr/>
        <p:nvPr/>
      </p:nvGrpSpPr>
      <p:grpSpPr>
        <a:xfrm>
          <a:off x="0" y="0"/>
          <a:ext cx="0" cy="0"/>
          <a:chOff x="0" y="0"/>
          <a:chExt cx="0" cy="0"/>
        </a:xfrm>
      </p:grpSpPr>
      <p:sp>
        <p:nvSpPr>
          <p:cNvPr id="37" name="Google Shape;37;p6"/>
          <p:cNvSpPr txBox="1"/>
          <p:nvPr>
            <p:ph type="title"/>
          </p:nvPr>
        </p:nvSpPr>
        <p:spPr>
          <a:xfrm>
            <a:off x="629841" y="273844"/>
            <a:ext cx="7886700" cy="994172"/>
          </a:xfrm>
          <a:prstGeom prst="rect">
            <a:avLst/>
          </a:prstGeom>
          <a:noFill/>
          <a:ln>
            <a:noFill/>
          </a:ln>
        </p:spPr>
        <p:txBody>
          <a:bodyPr anchorCtr="0" anchor="ctr" bIns="34275" lIns="68575" spcFirstLastPara="1" rIns="68575" wrap="square" tIns="34275">
            <a:normAutofit/>
          </a:bodyPr>
          <a:lstStyle>
            <a:lvl1pPr lvl="0" algn="l">
              <a:lnSpc>
                <a:spcPct val="90000"/>
              </a:lnSpc>
              <a:spcBef>
                <a:spcPts val="0"/>
              </a:spcBef>
              <a:spcAft>
                <a:spcPts val="0"/>
              </a:spcAft>
              <a:buClr>
                <a:schemeClr val="dk1"/>
              </a:buClr>
              <a:buSzPts val="1400"/>
              <a:buNone/>
              <a:defRPr/>
            </a:lvl1pPr>
            <a:lvl2pPr lvl="1" algn="l">
              <a:lnSpc>
                <a:spcPct val="100000"/>
              </a:lnSpc>
              <a:spcBef>
                <a:spcPts val="0"/>
              </a:spcBef>
              <a:spcAft>
                <a:spcPts val="0"/>
              </a:spcAft>
              <a:buSzPts val="1100"/>
              <a:buNone/>
              <a:defRPr/>
            </a:lvl2pPr>
            <a:lvl3pPr lvl="2" algn="l">
              <a:lnSpc>
                <a:spcPct val="100000"/>
              </a:lnSpc>
              <a:spcBef>
                <a:spcPts val="0"/>
              </a:spcBef>
              <a:spcAft>
                <a:spcPts val="0"/>
              </a:spcAft>
              <a:buSzPts val="1100"/>
              <a:buNone/>
              <a:defRPr/>
            </a:lvl3pPr>
            <a:lvl4pPr lvl="3" algn="l">
              <a:lnSpc>
                <a:spcPct val="100000"/>
              </a:lnSpc>
              <a:spcBef>
                <a:spcPts val="0"/>
              </a:spcBef>
              <a:spcAft>
                <a:spcPts val="0"/>
              </a:spcAft>
              <a:buSzPts val="1100"/>
              <a:buNone/>
              <a:defRPr/>
            </a:lvl4pPr>
            <a:lvl5pPr lvl="4" algn="l">
              <a:lnSpc>
                <a:spcPct val="100000"/>
              </a:lnSpc>
              <a:spcBef>
                <a:spcPts val="0"/>
              </a:spcBef>
              <a:spcAft>
                <a:spcPts val="0"/>
              </a:spcAft>
              <a:buSzPts val="1100"/>
              <a:buNone/>
              <a:defRPr/>
            </a:lvl5pPr>
            <a:lvl6pPr lvl="5" algn="l">
              <a:lnSpc>
                <a:spcPct val="100000"/>
              </a:lnSpc>
              <a:spcBef>
                <a:spcPts val="0"/>
              </a:spcBef>
              <a:spcAft>
                <a:spcPts val="0"/>
              </a:spcAft>
              <a:buSzPts val="1100"/>
              <a:buNone/>
              <a:defRPr/>
            </a:lvl6pPr>
            <a:lvl7pPr lvl="6" algn="l">
              <a:lnSpc>
                <a:spcPct val="100000"/>
              </a:lnSpc>
              <a:spcBef>
                <a:spcPts val="0"/>
              </a:spcBef>
              <a:spcAft>
                <a:spcPts val="0"/>
              </a:spcAft>
              <a:buSzPts val="1100"/>
              <a:buNone/>
              <a:defRPr/>
            </a:lvl7pPr>
            <a:lvl8pPr lvl="7" algn="l">
              <a:lnSpc>
                <a:spcPct val="100000"/>
              </a:lnSpc>
              <a:spcBef>
                <a:spcPts val="0"/>
              </a:spcBef>
              <a:spcAft>
                <a:spcPts val="0"/>
              </a:spcAft>
              <a:buSzPts val="1100"/>
              <a:buNone/>
              <a:defRPr/>
            </a:lvl8pPr>
            <a:lvl9pPr lvl="8" algn="l">
              <a:lnSpc>
                <a:spcPct val="100000"/>
              </a:lnSpc>
              <a:spcBef>
                <a:spcPts val="0"/>
              </a:spcBef>
              <a:spcAft>
                <a:spcPts val="0"/>
              </a:spcAft>
              <a:buSzPts val="1100"/>
              <a:buNone/>
              <a:defRPr/>
            </a:lvl9pPr>
          </a:lstStyle>
          <a:p/>
        </p:txBody>
      </p:sp>
      <p:sp>
        <p:nvSpPr>
          <p:cNvPr id="38" name="Google Shape;38;p6"/>
          <p:cNvSpPr txBox="1"/>
          <p:nvPr>
            <p:ph idx="1" type="body"/>
          </p:nvPr>
        </p:nvSpPr>
        <p:spPr>
          <a:xfrm>
            <a:off x="629841" y="1260872"/>
            <a:ext cx="3868340" cy="617934"/>
          </a:xfrm>
          <a:prstGeom prst="rect">
            <a:avLst/>
          </a:prstGeom>
          <a:noFill/>
          <a:ln>
            <a:noFill/>
          </a:ln>
        </p:spPr>
        <p:txBody>
          <a:bodyPr anchorCtr="0" anchor="b" bIns="34275" lIns="68575" spcFirstLastPara="1" rIns="68575" wrap="square" tIns="34275">
            <a:normAutofit/>
          </a:bodyPr>
          <a:lstStyle>
            <a:lvl1pPr indent="-228600" lvl="0" marL="457200" algn="l">
              <a:lnSpc>
                <a:spcPct val="90000"/>
              </a:lnSpc>
              <a:spcBef>
                <a:spcPts val="800"/>
              </a:spcBef>
              <a:spcAft>
                <a:spcPts val="0"/>
              </a:spcAft>
              <a:buClr>
                <a:schemeClr val="dk1"/>
              </a:buClr>
              <a:buSzPts val="1800"/>
              <a:buNone/>
              <a:defRPr b="1" sz="1800"/>
            </a:lvl1pPr>
            <a:lvl2pPr indent="-228600" lvl="1" marL="914400" algn="l">
              <a:lnSpc>
                <a:spcPct val="90000"/>
              </a:lnSpc>
              <a:spcBef>
                <a:spcPts val="400"/>
              </a:spcBef>
              <a:spcAft>
                <a:spcPts val="0"/>
              </a:spcAft>
              <a:buClr>
                <a:schemeClr val="dk1"/>
              </a:buClr>
              <a:buSzPts val="1500"/>
              <a:buNone/>
              <a:defRPr b="1" sz="1500"/>
            </a:lvl2pPr>
            <a:lvl3pPr indent="-228600" lvl="2" marL="1371600" algn="l">
              <a:lnSpc>
                <a:spcPct val="90000"/>
              </a:lnSpc>
              <a:spcBef>
                <a:spcPts val="400"/>
              </a:spcBef>
              <a:spcAft>
                <a:spcPts val="0"/>
              </a:spcAft>
              <a:buClr>
                <a:schemeClr val="dk1"/>
              </a:buClr>
              <a:buSzPts val="1400"/>
              <a:buNone/>
              <a:defRPr b="1" sz="1400"/>
            </a:lvl3pPr>
            <a:lvl4pPr indent="-228600" lvl="3" marL="1828800" algn="l">
              <a:lnSpc>
                <a:spcPct val="90000"/>
              </a:lnSpc>
              <a:spcBef>
                <a:spcPts val="400"/>
              </a:spcBef>
              <a:spcAft>
                <a:spcPts val="0"/>
              </a:spcAft>
              <a:buClr>
                <a:schemeClr val="dk1"/>
              </a:buClr>
              <a:buSzPts val="1200"/>
              <a:buNone/>
              <a:defRPr b="1" sz="1200"/>
            </a:lvl4pPr>
            <a:lvl5pPr indent="-228600" lvl="4" marL="2286000" algn="l">
              <a:lnSpc>
                <a:spcPct val="90000"/>
              </a:lnSpc>
              <a:spcBef>
                <a:spcPts val="400"/>
              </a:spcBef>
              <a:spcAft>
                <a:spcPts val="0"/>
              </a:spcAft>
              <a:buClr>
                <a:schemeClr val="dk1"/>
              </a:buClr>
              <a:buSzPts val="1200"/>
              <a:buNone/>
              <a:defRPr b="1" sz="1200"/>
            </a:lvl5pPr>
            <a:lvl6pPr indent="-228600" lvl="5" marL="2743200" algn="l">
              <a:lnSpc>
                <a:spcPct val="90000"/>
              </a:lnSpc>
              <a:spcBef>
                <a:spcPts val="400"/>
              </a:spcBef>
              <a:spcAft>
                <a:spcPts val="0"/>
              </a:spcAft>
              <a:buClr>
                <a:schemeClr val="dk1"/>
              </a:buClr>
              <a:buSzPts val="1200"/>
              <a:buNone/>
              <a:defRPr b="1" sz="1200"/>
            </a:lvl6pPr>
            <a:lvl7pPr indent="-228600" lvl="6" marL="3200400" algn="l">
              <a:lnSpc>
                <a:spcPct val="90000"/>
              </a:lnSpc>
              <a:spcBef>
                <a:spcPts val="400"/>
              </a:spcBef>
              <a:spcAft>
                <a:spcPts val="0"/>
              </a:spcAft>
              <a:buClr>
                <a:schemeClr val="dk1"/>
              </a:buClr>
              <a:buSzPts val="1200"/>
              <a:buNone/>
              <a:defRPr b="1" sz="1200"/>
            </a:lvl7pPr>
            <a:lvl8pPr indent="-228600" lvl="7" marL="3657600" algn="l">
              <a:lnSpc>
                <a:spcPct val="90000"/>
              </a:lnSpc>
              <a:spcBef>
                <a:spcPts val="400"/>
              </a:spcBef>
              <a:spcAft>
                <a:spcPts val="0"/>
              </a:spcAft>
              <a:buClr>
                <a:schemeClr val="dk1"/>
              </a:buClr>
              <a:buSzPts val="1200"/>
              <a:buNone/>
              <a:defRPr b="1" sz="1200"/>
            </a:lvl8pPr>
            <a:lvl9pPr indent="-228600" lvl="8" marL="4114800" algn="l">
              <a:lnSpc>
                <a:spcPct val="90000"/>
              </a:lnSpc>
              <a:spcBef>
                <a:spcPts val="400"/>
              </a:spcBef>
              <a:spcAft>
                <a:spcPts val="0"/>
              </a:spcAft>
              <a:buClr>
                <a:schemeClr val="dk1"/>
              </a:buClr>
              <a:buSzPts val="1200"/>
              <a:buNone/>
              <a:defRPr b="1" sz="1200"/>
            </a:lvl9pPr>
          </a:lstStyle>
          <a:p/>
        </p:txBody>
      </p:sp>
      <p:sp>
        <p:nvSpPr>
          <p:cNvPr id="39" name="Google Shape;39;p6"/>
          <p:cNvSpPr txBox="1"/>
          <p:nvPr>
            <p:ph idx="2" type="body"/>
          </p:nvPr>
        </p:nvSpPr>
        <p:spPr>
          <a:xfrm>
            <a:off x="629841" y="1878806"/>
            <a:ext cx="3868340" cy="2763441"/>
          </a:xfrm>
          <a:prstGeom prst="rect">
            <a:avLst/>
          </a:prstGeom>
          <a:noFill/>
          <a:ln>
            <a:noFill/>
          </a:ln>
        </p:spPr>
        <p:txBody>
          <a:bodyPr anchorCtr="0" anchor="t" bIns="34275" lIns="68575" spcFirstLastPara="1" rIns="68575" wrap="square" tIns="34275">
            <a:normAutofit/>
          </a:bodyPr>
          <a:lstStyle>
            <a:lvl1pPr indent="-317500" lvl="0" marL="457200" algn="l">
              <a:lnSpc>
                <a:spcPct val="90000"/>
              </a:lnSpc>
              <a:spcBef>
                <a:spcPts val="800"/>
              </a:spcBef>
              <a:spcAft>
                <a:spcPts val="0"/>
              </a:spcAft>
              <a:buClr>
                <a:schemeClr val="dk1"/>
              </a:buClr>
              <a:buSzPts val="1400"/>
              <a:buChar char="•"/>
              <a:defRPr/>
            </a:lvl1pPr>
            <a:lvl2pPr indent="-317500" lvl="1" marL="914400" algn="l">
              <a:lnSpc>
                <a:spcPct val="90000"/>
              </a:lnSpc>
              <a:spcBef>
                <a:spcPts val="400"/>
              </a:spcBef>
              <a:spcAft>
                <a:spcPts val="0"/>
              </a:spcAft>
              <a:buClr>
                <a:schemeClr val="dk1"/>
              </a:buClr>
              <a:buSzPts val="1400"/>
              <a:buChar char="•"/>
              <a:defRPr/>
            </a:lvl2pPr>
            <a:lvl3pPr indent="-317500" lvl="2" marL="1371600" algn="l">
              <a:lnSpc>
                <a:spcPct val="90000"/>
              </a:lnSpc>
              <a:spcBef>
                <a:spcPts val="400"/>
              </a:spcBef>
              <a:spcAft>
                <a:spcPts val="0"/>
              </a:spcAft>
              <a:buClr>
                <a:schemeClr val="dk1"/>
              </a:buClr>
              <a:buSzPts val="1400"/>
              <a:buChar char="•"/>
              <a:defRPr/>
            </a:lvl3pPr>
            <a:lvl4pPr indent="-317500" lvl="3" marL="1828800" algn="l">
              <a:lnSpc>
                <a:spcPct val="90000"/>
              </a:lnSpc>
              <a:spcBef>
                <a:spcPts val="400"/>
              </a:spcBef>
              <a:spcAft>
                <a:spcPts val="0"/>
              </a:spcAft>
              <a:buClr>
                <a:schemeClr val="dk1"/>
              </a:buClr>
              <a:buSzPts val="1400"/>
              <a:buChar char="•"/>
              <a:defRPr/>
            </a:lvl4pPr>
            <a:lvl5pPr indent="-317500" lvl="4" marL="2286000" algn="l">
              <a:lnSpc>
                <a:spcPct val="90000"/>
              </a:lnSpc>
              <a:spcBef>
                <a:spcPts val="400"/>
              </a:spcBef>
              <a:spcAft>
                <a:spcPts val="0"/>
              </a:spcAft>
              <a:buClr>
                <a:schemeClr val="dk1"/>
              </a:buClr>
              <a:buSzPts val="1400"/>
              <a:buChar char="•"/>
              <a:defRPr/>
            </a:lvl5pPr>
            <a:lvl6pPr indent="-317500" lvl="5" marL="2743200" algn="l">
              <a:lnSpc>
                <a:spcPct val="90000"/>
              </a:lnSpc>
              <a:spcBef>
                <a:spcPts val="400"/>
              </a:spcBef>
              <a:spcAft>
                <a:spcPts val="0"/>
              </a:spcAft>
              <a:buClr>
                <a:schemeClr val="dk1"/>
              </a:buClr>
              <a:buSzPts val="1400"/>
              <a:buChar char="•"/>
              <a:defRPr/>
            </a:lvl6pPr>
            <a:lvl7pPr indent="-317500" lvl="6" marL="3200400" algn="l">
              <a:lnSpc>
                <a:spcPct val="90000"/>
              </a:lnSpc>
              <a:spcBef>
                <a:spcPts val="400"/>
              </a:spcBef>
              <a:spcAft>
                <a:spcPts val="0"/>
              </a:spcAft>
              <a:buClr>
                <a:schemeClr val="dk1"/>
              </a:buClr>
              <a:buSzPts val="1400"/>
              <a:buChar char="•"/>
              <a:defRPr/>
            </a:lvl7pPr>
            <a:lvl8pPr indent="-317500" lvl="7" marL="3657600" algn="l">
              <a:lnSpc>
                <a:spcPct val="90000"/>
              </a:lnSpc>
              <a:spcBef>
                <a:spcPts val="400"/>
              </a:spcBef>
              <a:spcAft>
                <a:spcPts val="0"/>
              </a:spcAft>
              <a:buClr>
                <a:schemeClr val="dk1"/>
              </a:buClr>
              <a:buSzPts val="1400"/>
              <a:buChar char="•"/>
              <a:defRPr/>
            </a:lvl8pPr>
            <a:lvl9pPr indent="-317500" lvl="8" marL="4114800" algn="l">
              <a:lnSpc>
                <a:spcPct val="90000"/>
              </a:lnSpc>
              <a:spcBef>
                <a:spcPts val="400"/>
              </a:spcBef>
              <a:spcAft>
                <a:spcPts val="0"/>
              </a:spcAft>
              <a:buClr>
                <a:schemeClr val="dk1"/>
              </a:buClr>
              <a:buSzPts val="1400"/>
              <a:buChar char="•"/>
              <a:defRPr/>
            </a:lvl9pPr>
          </a:lstStyle>
          <a:p/>
        </p:txBody>
      </p:sp>
      <p:sp>
        <p:nvSpPr>
          <p:cNvPr id="40" name="Google Shape;40;p6"/>
          <p:cNvSpPr txBox="1"/>
          <p:nvPr>
            <p:ph idx="3" type="body"/>
          </p:nvPr>
        </p:nvSpPr>
        <p:spPr>
          <a:xfrm>
            <a:off x="4629150" y="1260872"/>
            <a:ext cx="3887391" cy="617934"/>
          </a:xfrm>
          <a:prstGeom prst="rect">
            <a:avLst/>
          </a:prstGeom>
          <a:noFill/>
          <a:ln>
            <a:noFill/>
          </a:ln>
        </p:spPr>
        <p:txBody>
          <a:bodyPr anchorCtr="0" anchor="b" bIns="34275" lIns="68575" spcFirstLastPara="1" rIns="68575" wrap="square" tIns="34275">
            <a:normAutofit/>
          </a:bodyPr>
          <a:lstStyle>
            <a:lvl1pPr indent="-228600" lvl="0" marL="457200" algn="l">
              <a:lnSpc>
                <a:spcPct val="90000"/>
              </a:lnSpc>
              <a:spcBef>
                <a:spcPts val="800"/>
              </a:spcBef>
              <a:spcAft>
                <a:spcPts val="0"/>
              </a:spcAft>
              <a:buClr>
                <a:schemeClr val="dk1"/>
              </a:buClr>
              <a:buSzPts val="1800"/>
              <a:buNone/>
              <a:defRPr b="1" sz="1800"/>
            </a:lvl1pPr>
            <a:lvl2pPr indent="-228600" lvl="1" marL="914400" algn="l">
              <a:lnSpc>
                <a:spcPct val="90000"/>
              </a:lnSpc>
              <a:spcBef>
                <a:spcPts val="400"/>
              </a:spcBef>
              <a:spcAft>
                <a:spcPts val="0"/>
              </a:spcAft>
              <a:buClr>
                <a:schemeClr val="dk1"/>
              </a:buClr>
              <a:buSzPts val="1500"/>
              <a:buNone/>
              <a:defRPr b="1" sz="1500"/>
            </a:lvl2pPr>
            <a:lvl3pPr indent="-228600" lvl="2" marL="1371600" algn="l">
              <a:lnSpc>
                <a:spcPct val="90000"/>
              </a:lnSpc>
              <a:spcBef>
                <a:spcPts val="400"/>
              </a:spcBef>
              <a:spcAft>
                <a:spcPts val="0"/>
              </a:spcAft>
              <a:buClr>
                <a:schemeClr val="dk1"/>
              </a:buClr>
              <a:buSzPts val="1400"/>
              <a:buNone/>
              <a:defRPr b="1" sz="1400"/>
            </a:lvl3pPr>
            <a:lvl4pPr indent="-228600" lvl="3" marL="1828800" algn="l">
              <a:lnSpc>
                <a:spcPct val="90000"/>
              </a:lnSpc>
              <a:spcBef>
                <a:spcPts val="400"/>
              </a:spcBef>
              <a:spcAft>
                <a:spcPts val="0"/>
              </a:spcAft>
              <a:buClr>
                <a:schemeClr val="dk1"/>
              </a:buClr>
              <a:buSzPts val="1200"/>
              <a:buNone/>
              <a:defRPr b="1" sz="1200"/>
            </a:lvl4pPr>
            <a:lvl5pPr indent="-228600" lvl="4" marL="2286000" algn="l">
              <a:lnSpc>
                <a:spcPct val="90000"/>
              </a:lnSpc>
              <a:spcBef>
                <a:spcPts val="400"/>
              </a:spcBef>
              <a:spcAft>
                <a:spcPts val="0"/>
              </a:spcAft>
              <a:buClr>
                <a:schemeClr val="dk1"/>
              </a:buClr>
              <a:buSzPts val="1200"/>
              <a:buNone/>
              <a:defRPr b="1" sz="1200"/>
            </a:lvl5pPr>
            <a:lvl6pPr indent="-228600" lvl="5" marL="2743200" algn="l">
              <a:lnSpc>
                <a:spcPct val="90000"/>
              </a:lnSpc>
              <a:spcBef>
                <a:spcPts val="400"/>
              </a:spcBef>
              <a:spcAft>
                <a:spcPts val="0"/>
              </a:spcAft>
              <a:buClr>
                <a:schemeClr val="dk1"/>
              </a:buClr>
              <a:buSzPts val="1200"/>
              <a:buNone/>
              <a:defRPr b="1" sz="1200"/>
            </a:lvl6pPr>
            <a:lvl7pPr indent="-228600" lvl="6" marL="3200400" algn="l">
              <a:lnSpc>
                <a:spcPct val="90000"/>
              </a:lnSpc>
              <a:spcBef>
                <a:spcPts val="400"/>
              </a:spcBef>
              <a:spcAft>
                <a:spcPts val="0"/>
              </a:spcAft>
              <a:buClr>
                <a:schemeClr val="dk1"/>
              </a:buClr>
              <a:buSzPts val="1200"/>
              <a:buNone/>
              <a:defRPr b="1" sz="1200"/>
            </a:lvl7pPr>
            <a:lvl8pPr indent="-228600" lvl="7" marL="3657600" algn="l">
              <a:lnSpc>
                <a:spcPct val="90000"/>
              </a:lnSpc>
              <a:spcBef>
                <a:spcPts val="400"/>
              </a:spcBef>
              <a:spcAft>
                <a:spcPts val="0"/>
              </a:spcAft>
              <a:buClr>
                <a:schemeClr val="dk1"/>
              </a:buClr>
              <a:buSzPts val="1200"/>
              <a:buNone/>
              <a:defRPr b="1" sz="1200"/>
            </a:lvl8pPr>
            <a:lvl9pPr indent="-228600" lvl="8" marL="4114800" algn="l">
              <a:lnSpc>
                <a:spcPct val="90000"/>
              </a:lnSpc>
              <a:spcBef>
                <a:spcPts val="400"/>
              </a:spcBef>
              <a:spcAft>
                <a:spcPts val="0"/>
              </a:spcAft>
              <a:buClr>
                <a:schemeClr val="dk1"/>
              </a:buClr>
              <a:buSzPts val="1200"/>
              <a:buNone/>
              <a:defRPr b="1" sz="1200"/>
            </a:lvl9pPr>
          </a:lstStyle>
          <a:p/>
        </p:txBody>
      </p:sp>
      <p:sp>
        <p:nvSpPr>
          <p:cNvPr id="41" name="Google Shape;41;p6"/>
          <p:cNvSpPr txBox="1"/>
          <p:nvPr>
            <p:ph idx="4" type="body"/>
          </p:nvPr>
        </p:nvSpPr>
        <p:spPr>
          <a:xfrm>
            <a:off x="4629150" y="1878806"/>
            <a:ext cx="3887391" cy="2763441"/>
          </a:xfrm>
          <a:prstGeom prst="rect">
            <a:avLst/>
          </a:prstGeom>
          <a:noFill/>
          <a:ln>
            <a:noFill/>
          </a:ln>
        </p:spPr>
        <p:txBody>
          <a:bodyPr anchorCtr="0" anchor="t" bIns="34275" lIns="68575" spcFirstLastPara="1" rIns="68575" wrap="square" tIns="34275">
            <a:normAutofit/>
          </a:bodyPr>
          <a:lstStyle>
            <a:lvl1pPr indent="-317500" lvl="0" marL="457200" algn="l">
              <a:lnSpc>
                <a:spcPct val="90000"/>
              </a:lnSpc>
              <a:spcBef>
                <a:spcPts val="800"/>
              </a:spcBef>
              <a:spcAft>
                <a:spcPts val="0"/>
              </a:spcAft>
              <a:buClr>
                <a:schemeClr val="dk1"/>
              </a:buClr>
              <a:buSzPts val="1400"/>
              <a:buChar char="•"/>
              <a:defRPr/>
            </a:lvl1pPr>
            <a:lvl2pPr indent="-317500" lvl="1" marL="914400" algn="l">
              <a:lnSpc>
                <a:spcPct val="90000"/>
              </a:lnSpc>
              <a:spcBef>
                <a:spcPts val="400"/>
              </a:spcBef>
              <a:spcAft>
                <a:spcPts val="0"/>
              </a:spcAft>
              <a:buClr>
                <a:schemeClr val="dk1"/>
              </a:buClr>
              <a:buSzPts val="1400"/>
              <a:buChar char="•"/>
              <a:defRPr/>
            </a:lvl2pPr>
            <a:lvl3pPr indent="-317500" lvl="2" marL="1371600" algn="l">
              <a:lnSpc>
                <a:spcPct val="90000"/>
              </a:lnSpc>
              <a:spcBef>
                <a:spcPts val="400"/>
              </a:spcBef>
              <a:spcAft>
                <a:spcPts val="0"/>
              </a:spcAft>
              <a:buClr>
                <a:schemeClr val="dk1"/>
              </a:buClr>
              <a:buSzPts val="1400"/>
              <a:buChar char="•"/>
              <a:defRPr/>
            </a:lvl3pPr>
            <a:lvl4pPr indent="-317500" lvl="3" marL="1828800" algn="l">
              <a:lnSpc>
                <a:spcPct val="90000"/>
              </a:lnSpc>
              <a:spcBef>
                <a:spcPts val="400"/>
              </a:spcBef>
              <a:spcAft>
                <a:spcPts val="0"/>
              </a:spcAft>
              <a:buClr>
                <a:schemeClr val="dk1"/>
              </a:buClr>
              <a:buSzPts val="1400"/>
              <a:buChar char="•"/>
              <a:defRPr/>
            </a:lvl4pPr>
            <a:lvl5pPr indent="-317500" lvl="4" marL="2286000" algn="l">
              <a:lnSpc>
                <a:spcPct val="90000"/>
              </a:lnSpc>
              <a:spcBef>
                <a:spcPts val="400"/>
              </a:spcBef>
              <a:spcAft>
                <a:spcPts val="0"/>
              </a:spcAft>
              <a:buClr>
                <a:schemeClr val="dk1"/>
              </a:buClr>
              <a:buSzPts val="1400"/>
              <a:buChar char="•"/>
              <a:defRPr/>
            </a:lvl5pPr>
            <a:lvl6pPr indent="-317500" lvl="5" marL="2743200" algn="l">
              <a:lnSpc>
                <a:spcPct val="90000"/>
              </a:lnSpc>
              <a:spcBef>
                <a:spcPts val="400"/>
              </a:spcBef>
              <a:spcAft>
                <a:spcPts val="0"/>
              </a:spcAft>
              <a:buClr>
                <a:schemeClr val="dk1"/>
              </a:buClr>
              <a:buSzPts val="1400"/>
              <a:buChar char="•"/>
              <a:defRPr/>
            </a:lvl6pPr>
            <a:lvl7pPr indent="-317500" lvl="6" marL="3200400" algn="l">
              <a:lnSpc>
                <a:spcPct val="90000"/>
              </a:lnSpc>
              <a:spcBef>
                <a:spcPts val="400"/>
              </a:spcBef>
              <a:spcAft>
                <a:spcPts val="0"/>
              </a:spcAft>
              <a:buClr>
                <a:schemeClr val="dk1"/>
              </a:buClr>
              <a:buSzPts val="1400"/>
              <a:buChar char="•"/>
              <a:defRPr/>
            </a:lvl7pPr>
            <a:lvl8pPr indent="-317500" lvl="7" marL="3657600" algn="l">
              <a:lnSpc>
                <a:spcPct val="90000"/>
              </a:lnSpc>
              <a:spcBef>
                <a:spcPts val="400"/>
              </a:spcBef>
              <a:spcAft>
                <a:spcPts val="0"/>
              </a:spcAft>
              <a:buClr>
                <a:schemeClr val="dk1"/>
              </a:buClr>
              <a:buSzPts val="1400"/>
              <a:buChar char="•"/>
              <a:defRPr/>
            </a:lvl8pPr>
            <a:lvl9pPr indent="-317500" lvl="8" marL="4114800" algn="l">
              <a:lnSpc>
                <a:spcPct val="90000"/>
              </a:lnSpc>
              <a:spcBef>
                <a:spcPts val="400"/>
              </a:spcBef>
              <a:spcAft>
                <a:spcPts val="0"/>
              </a:spcAft>
              <a:buClr>
                <a:schemeClr val="dk1"/>
              </a:buClr>
              <a:buSzPts val="1400"/>
              <a:buChar char="•"/>
              <a:defRPr/>
            </a:lvl9pPr>
          </a:lstStyle>
          <a:p/>
        </p:txBody>
      </p:sp>
      <p:sp>
        <p:nvSpPr>
          <p:cNvPr id="42" name="Google Shape;42;p6"/>
          <p:cNvSpPr txBox="1"/>
          <p:nvPr>
            <p:ph idx="10" type="dt"/>
          </p:nvPr>
        </p:nvSpPr>
        <p:spPr>
          <a:xfrm>
            <a:off x="628650" y="4767263"/>
            <a:ext cx="2057400" cy="273844"/>
          </a:xfrm>
          <a:prstGeom prst="rect">
            <a:avLst/>
          </a:prstGeom>
          <a:noFill/>
          <a:ln>
            <a:noFill/>
          </a:ln>
        </p:spPr>
        <p:txBody>
          <a:bodyPr anchorCtr="0" anchor="ctr" bIns="34275" lIns="68575" spcFirstLastPara="1" rIns="68575" wrap="square" tIns="34275">
            <a:noAutofit/>
          </a:bodyPr>
          <a:lstStyle>
            <a:lvl1pPr lvl="0" algn="l">
              <a:lnSpc>
                <a:spcPct val="100000"/>
              </a:lnSpc>
              <a:spcBef>
                <a:spcPts val="0"/>
              </a:spcBef>
              <a:spcAft>
                <a:spcPts val="0"/>
              </a:spcAft>
              <a:buSzPts val="1100"/>
              <a:buNone/>
              <a:defRPr/>
            </a:lvl1pPr>
            <a:lvl2pPr lvl="1" algn="l">
              <a:lnSpc>
                <a:spcPct val="100000"/>
              </a:lnSpc>
              <a:spcBef>
                <a:spcPts val="0"/>
              </a:spcBef>
              <a:spcAft>
                <a:spcPts val="0"/>
              </a:spcAft>
              <a:buSzPts val="1100"/>
              <a:buNone/>
              <a:defRPr/>
            </a:lvl2pPr>
            <a:lvl3pPr lvl="2" algn="l">
              <a:lnSpc>
                <a:spcPct val="100000"/>
              </a:lnSpc>
              <a:spcBef>
                <a:spcPts val="0"/>
              </a:spcBef>
              <a:spcAft>
                <a:spcPts val="0"/>
              </a:spcAft>
              <a:buSzPts val="1100"/>
              <a:buNone/>
              <a:defRPr/>
            </a:lvl3pPr>
            <a:lvl4pPr lvl="3" algn="l">
              <a:lnSpc>
                <a:spcPct val="100000"/>
              </a:lnSpc>
              <a:spcBef>
                <a:spcPts val="0"/>
              </a:spcBef>
              <a:spcAft>
                <a:spcPts val="0"/>
              </a:spcAft>
              <a:buSzPts val="1100"/>
              <a:buNone/>
              <a:defRPr/>
            </a:lvl4pPr>
            <a:lvl5pPr lvl="4" algn="l">
              <a:lnSpc>
                <a:spcPct val="100000"/>
              </a:lnSpc>
              <a:spcBef>
                <a:spcPts val="0"/>
              </a:spcBef>
              <a:spcAft>
                <a:spcPts val="0"/>
              </a:spcAft>
              <a:buSzPts val="1100"/>
              <a:buNone/>
              <a:defRPr/>
            </a:lvl5pPr>
            <a:lvl6pPr lvl="5" algn="l">
              <a:lnSpc>
                <a:spcPct val="100000"/>
              </a:lnSpc>
              <a:spcBef>
                <a:spcPts val="0"/>
              </a:spcBef>
              <a:spcAft>
                <a:spcPts val="0"/>
              </a:spcAft>
              <a:buSzPts val="1100"/>
              <a:buNone/>
              <a:defRPr/>
            </a:lvl6pPr>
            <a:lvl7pPr lvl="6" algn="l">
              <a:lnSpc>
                <a:spcPct val="100000"/>
              </a:lnSpc>
              <a:spcBef>
                <a:spcPts val="0"/>
              </a:spcBef>
              <a:spcAft>
                <a:spcPts val="0"/>
              </a:spcAft>
              <a:buSzPts val="1100"/>
              <a:buNone/>
              <a:defRPr/>
            </a:lvl7pPr>
            <a:lvl8pPr lvl="7" algn="l">
              <a:lnSpc>
                <a:spcPct val="100000"/>
              </a:lnSpc>
              <a:spcBef>
                <a:spcPts val="0"/>
              </a:spcBef>
              <a:spcAft>
                <a:spcPts val="0"/>
              </a:spcAft>
              <a:buSzPts val="1100"/>
              <a:buNone/>
              <a:defRPr/>
            </a:lvl8pPr>
            <a:lvl9pPr lvl="8" algn="l">
              <a:lnSpc>
                <a:spcPct val="100000"/>
              </a:lnSpc>
              <a:spcBef>
                <a:spcPts val="0"/>
              </a:spcBef>
              <a:spcAft>
                <a:spcPts val="0"/>
              </a:spcAft>
              <a:buSzPts val="1100"/>
              <a:buNone/>
              <a:defRPr/>
            </a:lvl9pPr>
          </a:lstStyle>
          <a:p/>
        </p:txBody>
      </p:sp>
      <p:sp>
        <p:nvSpPr>
          <p:cNvPr id="43" name="Google Shape;43;p6"/>
          <p:cNvSpPr txBox="1"/>
          <p:nvPr>
            <p:ph idx="11" type="ftr"/>
          </p:nvPr>
        </p:nvSpPr>
        <p:spPr>
          <a:xfrm>
            <a:off x="3028950" y="4767263"/>
            <a:ext cx="3086100" cy="273844"/>
          </a:xfrm>
          <a:prstGeom prst="rect">
            <a:avLst/>
          </a:prstGeom>
          <a:noFill/>
          <a:ln>
            <a:noFill/>
          </a:ln>
        </p:spPr>
        <p:txBody>
          <a:bodyPr anchorCtr="0" anchor="ctr" bIns="34275" lIns="68575" spcFirstLastPara="1" rIns="68575" wrap="square" tIns="34275">
            <a:noAutofit/>
          </a:bodyPr>
          <a:lstStyle>
            <a:lvl1pPr lvl="0" algn="ctr">
              <a:lnSpc>
                <a:spcPct val="100000"/>
              </a:lnSpc>
              <a:spcBef>
                <a:spcPts val="0"/>
              </a:spcBef>
              <a:spcAft>
                <a:spcPts val="0"/>
              </a:spcAft>
              <a:buSzPts val="1100"/>
              <a:buNone/>
              <a:defRPr/>
            </a:lvl1pPr>
            <a:lvl2pPr lvl="1" algn="l">
              <a:lnSpc>
                <a:spcPct val="100000"/>
              </a:lnSpc>
              <a:spcBef>
                <a:spcPts val="0"/>
              </a:spcBef>
              <a:spcAft>
                <a:spcPts val="0"/>
              </a:spcAft>
              <a:buSzPts val="1100"/>
              <a:buNone/>
              <a:defRPr/>
            </a:lvl2pPr>
            <a:lvl3pPr lvl="2" algn="l">
              <a:lnSpc>
                <a:spcPct val="100000"/>
              </a:lnSpc>
              <a:spcBef>
                <a:spcPts val="0"/>
              </a:spcBef>
              <a:spcAft>
                <a:spcPts val="0"/>
              </a:spcAft>
              <a:buSzPts val="1100"/>
              <a:buNone/>
              <a:defRPr/>
            </a:lvl3pPr>
            <a:lvl4pPr lvl="3" algn="l">
              <a:lnSpc>
                <a:spcPct val="100000"/>
              </a:lnSpc>
              <a:spcBef>
                <a:spcPts val="0"/>
              </a:spcBef>
              <a:spcAft>
                <a:spcPts val="0"/>
              </a:spcAft>
              <a:buSzPts val="1100"/>
              <a:buNone/>
              <a:defRPr/>
            </a:lvl4pPr>
            <a:lvl5pPr lvl="4" algn="l">
              <a:lnSpc>
                <a:spcPct val="100000"/>
              </a:lnSpc>
              <a:spcBef>
                <a:spcPts val="0"/>
              </a:spcBef>
              <a:spcAft>
                <a:spcPts val="0"/>
              </a:spcAft>
              <a:buSzPts val="1100"/>
              <a:buNone/>
              <a:defRPr/>
            </a:lvl5pPr>
            <a:lvl6pPr lvl="5" algn="l">
              <a:lnSpc>
                <a:spcPct val="100000"/>
              </a:lnSpc>
              <a:spcBef>
                <a:spcPts val="0"/>
              </a:spcBef>
              <a:spcAft>
                <a:spcPts val="0"/>
              </a:spcAft>
              <a:buSzPts val="1100"/>
              <a:buNone/>
              <a:defRPr/>
            </a:lvl6pPr>
            <a:lvl7pPr lvl="6" algn="l">
              <a:lnSpc>
                <a:spcPct val="100000"/>
              </a:lnSpc>
              <a:spcBef>
                <a:spcPts val="0"/>
              </a:spcBef>
              <a:spcAft>
                <a:spcPts val="0"/>
              </a:spcAft>
              <a:buSzPts val="1100"/>
              <a:buNone/>
              <a:defRPr/>
            </a:lvl7pPr>
            <a:lvl8pPr lvl="7" algn="l">
              <a:lnSpc>
                <a:spcPct val="100000"/>
              </a:lnSpc>
              <a:spcBef>
                <a:spcPts val="0"/>
              </a:spcBef>
              <a:spcAft>
                <a:spcPts val="0"/>
              </a:spcAft>
              <a:buSzPts val="1100"/>
              <a:buNone/>
              <a:defRPr/>
            </a:lvl8pPr>
            <a:lvl9pPr lvl="8" algn="l">
              <a:lnSpc>
                <a:spcPct val="100000"/>
              </a:lnSpc>
              <a:spcBef>
                <a:spcPts val="0"/>
              </a:spcBef>
              <a:spcAft>
                <a:spcPts val="0"/>
              </a:spcAft>
              <a:buSzPts val="1100"/>
              <a:buNone/>
              <a:defRPr/>
            </a:lvl9pPr>
          </a:lstStyle>
          <a:p/>
        </p:txBody>
      </p:sp>
      <p:sp>
        <p:nvSpPr>
          <p:cNvPr id="44" name="Google Shape;44;p6"/>
          <p:cNvSpPr txBox="1"/>
          <p:nvPr>
            <p:ph idx="12" type="sldNum"/>
          </p:nvPr>
        </p:nvSpPr>
        <p:spPr>
          <a:xfrm>
            <a:off x="6457950" y="4767263"/>
            <a:ext cx="2057400" cy="273844"/>
          </a:xfrm>
          <a:prstGeom prst="rect">
            <a:avLst/>
          </a:prstGeom>
          <a:noFill/>
          <a:ln>
            <a:noFill/>
          </a:ln>
        </p:spPr>
        <p:txBody>
          <a:bodyPr anchorCtr="0" anchor="ctr" bIns="34275" lIns="68575" spcFirstLastPara="1" rIns="68575" wrap="square" tIns="34275">
            <a:noAutofit/>
          </a:bodyPr>
          <a:lstStyle>
            <a:lvl1pPr indent="0" lvl="0" marL="0" marR="0" algn="r">
              <a:lnSpc>
                <a:spcPct val="100000"/>
              </a:lnSpc>
              <a:spcBef>
                <a:spcPts val="0"/>
              </a:spcBef>
              <a:spcAft>
                <a:spcPts val="0"/>
              </a:spcAft>
              <a:buClr>
                <a:srgbClr val="000000"/>
              </a:buClr>
              <a:buSzPts val="900"/>
              <a:buFont typeface="Arial"/>
              <a:buNone/>
              <a:defRPr b="0" i="0" sz="900" u="none" cap="none" strike="noStrike">
                <a:solidFill>
                  <a:srgbClr val="757575"/>
                </a:solidFill>
                <a:latin typeface="Arial"/>
                <a:ea typeface="Arial"/>
                <a:cs typeface="Arial"/>
                <a:sym typeface="Arial"/>
              </a:defRPr>
            </a:lvl1pPr>
            <a:lvl2pPr indent="0" lvl="1" marL="0" marR="0" algn="r">
              <a:lnSpc>
                <a:spcPct val="100000"/>
              </a:lnSpc>
              <a:spcBef>
                <a:spcPts val="0"/>
              </a:spcBef>
              <a:spcAft>
                <a:spcPts val="0"/>
              </a:spcAft>
              <a:buClr>
                <a:srgbClr val="000000"/>
              </a:buClr>
              <a:buSzPts val="900"/>
              <a:buFont typeface="Arial"/>
              <a:buNone/>
              <a:defRPr b="0" i="0" sz="900" u="none" cap="none" strike="noStrike">
                <a:solidFill>
                  <a:srgbClr val="757575"/>
                </a:solidFill>
                <a:latin typeface="Arial"/>
                <a:ea typeface="Arial"/>
                <a:cs typeface="Arial"/>
                <a:sym typeface="Arial"/>
              </a:defRPr>
            </a:lvl2pPr>
            <a:lvl3pPr indent="0" lvl="2" marL="0" marR="0" algn="r">
              <a:lnSpc>
                <a:spcPct val="100000"/>
              </a:lnSpc>
              <a:spcBef>
                <a:spcPts val="0"/>
              </a:spcBef>
              <a:spcAft>
                <a:spcPts val="0"/>
              </a:spcAft>
              <a:buClr>
                <a:srgbClr val="000000"/>
              </a:buClr>
              <a:buSzPts val="900"/>
              <a:buFont typeface="Arial"/>
              <a:buNone/>
              <a:defRPr b="0" i="0" sz="900" u="none" cap="none" strike="noStrike">
                <a:solidFill>
                  <a:srgbClr val="757575"/>
                </a:solidFill>
                <a:latin typeface="Arial"/>
                <a:ea typeface="Arial"/>
                <a:cs typeface="Arial"/>
                <a:sym typeface="Arial"/>
              </a:defRPr>
            </a:lvl3pPr>
            <a:lvl4pPr indent="0" lvl="3" marL="0" marR="0" algn="r">
              <a:lnSpc>
                <a:spcPct val="100000"/>
              </a:lnSpc>
              <a:spcBef>
                <a:spcPts val="0"/>
              </a:spcBef>
              <a:spcAft>
                <a:spcPts val="0"/>
              </a:spcAft>
              <a:buClr>
                <a:srgbClr val="000000"/>
              </a:buClr>
              <a:buSzPts val="900"/>
              <a:buFont typeface="Arial"/>
              <a:buNone/>
              <a:defRPr b="0" i="0" sz="900" u="none" cap="none" strike="noStrike">
                <a:solidFill>
                  <a:srgbClr val="757575"/>
                </a:solidFill>
                <a:latin typeface="Arial"/>
                <a:ea typeface="Arial"/>
                <a:cs typeface="Arial"/>
                <a:sym typeface="Arial"/>
              </a:defRPr>
            </a:lvl4pPr>
            <a:lvl5pPr indent="0" lvl="4" marL="0" marR="0" algn="r">
              <a:lnSpc>
                <a:spcPct val="100000"/>
              </a:lnSpc>
              <a:spcBef>
                <a:spcPts val="0"/>
              </a:spcBef>
              <a:spcAft>
                <a:spcPts val="0"/>
              </a:spcAft>
              <a:buClr>
                <a:srgbClr val="000000"/>
              </a:buClr>
              <a:buSzPts val="900"/>
              <a:buFont typeface="Arial"/>
              <a:buNone/>
              <a:defRPr b="0" i="0" sz="900" u="none" cap="none" strike="noStrike">
                <a:solidFill>
                  <a:srgbClr val="757575"/>
                </a:solidFill>
                <a:latin typeface="Arial"/>
                <a:ea typeface="Arial"/>
                <a:cs typeface="Arial"/>
                <a:sym typeface="Arial"/>
              </a:defRPr>
            </a:lvl5pPr>
            <a:lvl6pPr indent="0" lvl="5" marL="0" marR="0" algn="r">
              <a:lnSpc>
                <a:spcPct val="100000"/>
              </a:lnSpc>
              <a:spcBef>
                <a:spcPts val="0"/>
              </a:spcBef>
              <a:spcAft>
                <a:spcPts val="0"/>
              </a:spcAft>
              <a:buClr>
                <a:srgbClr val="000000"/>
              </a:buClr>
              <a:buSzPts val="900"/>
              <a:buFont typeface="Arial"/>
              <a:buNone/>
              <a:defRPr b="0" i="0" sz="900" u="none" cap="none" strike="noStrike">
                <a:solidFill>
                  <a:srgbClr val="757575"/>
                </a:solidFill>
                <a:latin typeface="Arial"/>
                <a:ea typeface="Arial"/>
                <a:cs typeface="Arial"/>
                <a:sym typeface="Arial"/>
              </a:defRPr>
            </a:lvl6pPr>
            <a:lvl7pPr indent="0" lvl="6" marL="0" marR="0" algn="r">
              <a:lnSpc>
                <a:spcPct val="100000"/>
              </a:lnSpc>
              <a:spcBef>
                <a:spcPts val="0"/>
              </a:spcBef>
              <a:spcAft>
                <a:spcPts val="0"/>
              </a:spcAft>
              <a:buClr>
                <a:srgbClr val="000000"/>
              </a:buClr>
              <a:buSzPts val="900"/>
              <a:buFont typeface="Arial"/>
              <a:buNone/>
              <a:defRPr b="0" i="0" sz="900" u="none" cap="none" strike="noStrike">
                <a:solidFill>
                  <a:srgbClr val="757575"/>
                </a:solidFill>
                <a:latin typeface="Arial"/>
                <a:ea typeface="Arial"/>
                <a:cs typeface="Arial"/>
                <a:sym typeface="Arial"/>
              </a:defRPr>
            </a:lvl7pPr>
            <a:lvl8pPr indent="0" lvl="7" marL="0" marR="0" algn="r">
              <a:lnSpc>
                <a:spcPct val="100000"/>
              </a:lnSpc>
              <a:spcBef>
                <a:spcPts val="0"/>
              </a:spcBef>
              <a:spcAft>
                <a:spcPts val="0"/>
              </a:spcAft>
              <a:buClr>
                <a:srgbClr val="000000"/>
              </a:buClr>
              <a:buSzPts val="900"/>
              <a:buFont typeface="Arial"/>
              <a:buNone/>
              <a:defRPr b="0" i="0" sz="900" u="none" cap="none" strike="noStrike">
                <a:solidFill>
                  <a:srgbClr val="757575"/>
                </a:solidFill>
                <a:latin typeface="Arial"/>
                <a:ea typeface="Arial"/>
                <a:cs typeface="Arial"/>
                <a:sym typeface="Arial"/>
              </a:defRPr>
            </a:lvl8pPr>
            <a:lvl9pPr indent="0" lvl="8" marL="0" marR="0" algn="r">
              <a:lnSpc>
                <a:spcPct val="100000"/>
              </a:lnSpc>
              <a:spcBef>
                <a:spcPts val="0"/>
              </a:spcBef>
              <a:spcAft>
                <a:spcPts val="0"/>
              </a:spcAft>
              <a:buClr>
                <a:srgbClr val="000000"/>
              </a:buClr>
              <a:buSzPts val="900"/>
              <a:buFont typeface="Arial"/>
              <a:buNone/>
              <a:defRPr b="0" i="0" sz="900" u="none" cap="none" strike="noStrike">
                <a:solidFill>
                  <a:srgbClr val="757575"/>
                </a:solidFill>
                <a:latin typeface="Arial"/>
                <a:ea typeface="Arial"/>
                <a:cs typeface="Arial"/>
                <a:sym typeface="Arial"/>
              </a:defRPr>
            </a:lvl9pPr>
          </a:lstStyle>
          <a:p>
            <a:pPr indent="0" lvl="0" marL="0" rtl="0" algn="r">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Only" type="titleOnly">
  <p:cSld name="TITLE_ONLY">
    <p:spTree>
      <p:nvGrpSpPr>
        <p:cNvPr id="45" name="Shape 45"/>
        <p:cNvGrpSpPr/>
        <p:nvPr/>
      </p:nvGrpSpPr>
      <p:grpSpPr>
        <a:xfrm>
          <a:off x="0" y="0"/>
          <a:ext cx="0" cy="0"/>
          <a:chOff x="0" y="0"/>
          <a:chExt cx="0" cy="0"/>
        </a:xfrm>
      </p:grpSpPr>
      <p:sp>
        <p:nvSpPr>
          <p:cNvPr id="46" name="Google Shape;46;p7"/>
          <p:cNvSpPr txBox="1"/>
          <p:nvPr>
            <p:ph type="title"/>
          </p:nvPr>
        </p:nvSpPr>
        <p:spPr>
          <a:xfrm>
            <a:off x="628650" y="273844"/>
            <a:ext cx="7886700" cy="994172"/>
          </a:xfrm>
          <a:prstGeom prst="rect">
            <a:avLst/>
          </a:prstGeom>
          <a:noFill/>
          <a:ln>
            <a:noFill/>
          </a:ln>
        </p:spPr>
        <p:txBody>
          <a:bodyPr anchorCtr="0" anchor="ctr" bIns="34275" lIns="68575" spcFirstLastPara="1" rIns="68575" wrap="square" tIns="34275">
            <a:normAutofit/>
          </a:bodyPr>
          <a:lstStyle>
            <a:lvl1pPr lvl="0" algn="l">
              <a:lnSpc>
                <a:spcPct val="90000"/>
              </a:lnSpc>
              <a:spcBef>
                <a:spcPts val="0"/>
              </a:spcBef>
              <a:spcAft>
                <a:spcPts val="0"/>
              </a:spcAft>
              <a:buClr>
                <a:schemeClr val="dk1"/>
              </a:buClr>
              <a:buSzPts val="1400"/>
              <a:buNone/>
              <a:defRPr/>
            </a:lvl1pPr>
            <a:lvl2pPr lvl="1" algn="l">
              <a:lnSpc>
                <a:spcPct val="100000"/>
              </a:lnSpc>
              <a:spcBef>
                <a:spcPts val="0"/>
              </a:spcBef>
              <a:spcAft>
                <a:spcPts val="0"/>
              </a:spcAft>
              <a:buSzPts val="1100"/>
              <a:buNone/>
              <a:defRPr/>
            </a:lvl2pPr>
            <a:lvl3pPr lvl="2" algn="l">
              <a:lnSpc>
                <a:spcPct val="100000"/>
              </a:lnSpc>
              <a:spcBef>
                <a:spcPts val="0"/>
              </a:spcBef>
              <a:spcAft>
                <a:spcPts val="0"/>
              </a:spcAft>
              <a:buSzPts val="1100"/>
              <a:buNone/>
              <a:defRPr/>
            </a:lvl3pPr>
            <a:lvl4pPr lvl="3" algn="l">
              <a:lnSpc>
                <a:spcPct val="100000"/>
              </a:lnSpc>
              <a:spcBef>
                <a:spcPts val="0"/>
              </a:spcBef>
              <a:spcAft>
                <a:spcPts val="0"/>
              </a:spcAft>
              <a:buSzPts val="1100"/>
              <a:buNone/>
              <a:defRPr/>
            </a:lvl4pPr>
            <a:lvl5pPr lvl="4" algn="l">
              <a:lnSpc>
                <a:spcPct val="100000"/>
              </a:lnSpc>
              <a:spcBef>
                <a:spcPts val="0"/>
              </a:spcBef>
              <a:spcAft>
                <a:spcPts val="0"/>
              </a:spcAft>
              <a:buSzPts val="1100"/>
              <a:buNone/>
              <a:defRPr/>
            </a:lvl5pPr>
            <a:lvl6pPr lvl="5" algn="l">
              <a:lnSpc>
                <a:spcPct val="100000"/>
              </a:lnSpc>
              <a:spcBef>
                <a:spcPts val="0"/>
              </a:spcBef>
              <a:spcAft>
                <a:spcPts val="0"/>
              </a:spcAft>
              <a:buSzPts val="1100"/>
              <a:buNone/>
              <a:defRPr/>
            </a:lvl6pPr>
            <a:lvl7pPr lvl="6" algn="l">
              <a:lnSpc>
                <a:spcPct val="100000"/>
              </a:lnSpc>
              <a:spcBef>
                <a:spcPts val="0"/>
              </a:spcBef>
              <a:spcAft>
                <a:spcPts val="0"/>
              </a:spcAft>
              <a:buSzPts val="1100"/>
              <a:buNone/>
              <a:defRPr/>
            </a:lvl7pPr>
            <a:lvl8pPr lvl="7" algn="l">
              <a:lnSpc>
                <a:spcPct val="100000"/>
              </a:lnSpc>
              <a:spcBef>
                <a:spcPts val="0"/>
              </a:spcBef>
              <a:spcAft>
                <a:spcPts val="0"/>
              </a:spcAft>
              <a:buSzPts val="1100"/>
              <a:buNone/>
              <a:defRPr/>
            </a:lvl8pPr>
            <a:lvl9pPr lvl="8" algn="l">
              <a:lnSpc>
                <a:spcPct val="100000"/>
              </a:lnSpc>
              <a:spcBef>
                <a:spcPts val="0"/>
              </a:spcBef>
              <a:spcAft>
                <a:spcPts val="0"/>
              </a:spcAft>
              <a:buSzPts val="1100"/>
              <a:buNone/>
              <a:defRPr/>
            </a:lvl9pPr>
          </a:lstStyle>
          <a:p/>
        </p:txBody>
      </p:sp>
      <p:sp>
        <p:nvSpPr>
          <p:cNvPr id="47" name="Google Shape;47;p7"/>
          <p:cNvSpPr txBox="1"/>
          <p:nvPr>
            <p:ph idx="10" type="dt"/>
          </p:nvPr>
        </p:nvSpPr>
        <p:spPr>
          <a:xfrm>
            <a:off x="628650" y="4767263"/>
            <a:ext cx="2057400" cy="273844"/>
          </a:xfrm>
          <a:prstGeom prst="rect">
            <a:avLst/>
          </a:prstGeom>
          <a:noFill/>
          <a:ln>
            <a:noFill/>
          </a:ln>
        </p:spPr>
        <p:txBody>
          <a:bodyPr anchorCtr="0" anchor="ctr" bIns="34275" lIns="68575" spcFirstLastPara="1" rIns="68575" wrap="square" tIns="34275">
            <a:noAutofit/>
          </a:bodyPr>
          <a:lstStyle>
            <a:lvl1pPr lvl="0" algn="l">
              <a:lnSpc>
                <a:spcPct val="100000"/>
              </a:lnSpc>
              <a:spcBef>
                <a:spcPts val="0"/>
              </a:spcBef>
              <a:spcAft>
                <a:spcPts val="0"/>
              </a:spcAft>
              <a:buSzPts val="1100"/>
              <a:buNone/>
              <a:defRPr/>
            </a:lvl1pPr>
            <a:lvl2pPr lvl="1" algn="l">
              <a:lnSpc>
                <a:spcPct val="100000"/>
              </a:lnSpc>
              <a:spcBef>
                <a:spcPts val="0"/>
              </a:spcBef>
              <a:spcAft>
                <a:spcPts val="0"/>
              </a:spcAft>
              <a:buSzPts val="1100"/>
              <a:buNone/>
              <a:defRPr/>
            </a:lvl2pPr>
            <a:lvl3pPr lvl="2" algn="l">
              <a:lnSpc>
                <a:spcPct val="100000"/>
              </a:lnSpc>
              <a:spcBef>
                <a:spcPts val="0"/>
              </a:spcBef>
              <a:spcAft>
                <a:spcPts val="0"/>
              </a:spcAft>
              <a:buSzPts val="1100"/>
              <a:buNone/>
              <a:defRPr/>
            </a:lvl3pPr>
            <a:lvl4pPr lvl="3" algn="l">
              <a:lnSpc>
                <a:spcPct val="100000"/>
              </a:lnSpc>
              <a:spcBef>
                <a:spcPts val="0"/>
              </a:spcBef>
              <a:spcAft>
                <a:spcPts val="0"/>
              </a:spcAft>
              <a:buSzPts val="1100"/>
              <a:buNone/>
              <a:defRPr/>
            </a:lvl4pPr>
            <a:lvl5pPr lvl="4" algn="l">
              <a:lnSpc>
                <a:spcPct val="100000"/>
              </a:lnSpc>
              <a:spcBef>
                <a:spcPts val="0"/>
              </a:spcBef>
              <a:spcAft>
                <a:spcPts val="0"/>
              </a:spcAft>
              <a:buSzPts val="1100"/>
              <a:buNone/>
              <a:defRPr/>
            </a:lvl5pPr>
            <a:lvl6pPr lvl="5" algn="l">
              <a:lnSpc>
                <a:spcPct val="100000"/>
              </a:lnSpc>
              <a:spcBef>
                <a:spcPts val="0"/>
              </a:spcBef>
              <a:spcAft>
                <a:spcPts val="0"/>
              </a:spcAft>
              <a:buSzPts val="1100"/>
              <a:buNone/>
              <a:defRPr/>
            </a:lvl6pPr>
            <a:lvl7pPr lvl="6" algn="l">
              <a:lnSpc>
                <a:spcPct val="100000"/>
              </a:lnSpc>
              <a:spcBef>
                <a:spcPts val="0"/>
              </a:spcBef>
              <a:spcAft>
                <a:spcPts val="0"/>
              </a:spcAft>
              <a:buSzPts val="1100"/>
              <a:buNone/>
              <a:defRPr/>
            </a:lvl7pPr>
            <a:lvl8pPr lvl="7" algn="l">
              <a:lnSpc>
                <a:spcPct val="100000"/>
              </a:lnSpc>
              <a:spcBef>
                <a:spcPts val="0"/>
              </a:spcBef>
              <a:spcAft>
                <a:spcPts val="0"/>
              </a:spcAft>
              <a:buSzPts val="1100"/>
              <a:buNone/>
              <a:defRPr/>
            </a:lvl8pPr>
            <a:lvl9pPr lvl="8" algn="l">
              <a:lnSpc>
                <a:spcPct val="100000"/>
              </a:lnSpc>
              <a:spcBef>
                <a:spcPts val="0"/>
              </a:spcBef>
              <a:spcAft>
                <a:spcPts val="0"/>
              </a:spcAft>
              <a:buSzPts val="1100"/>
              <a:buNone/>
              <a:defRPr/>
            </a:lvl9pPr>
          </a:lstStyle>
          <a:p/>
        </p:txBody>
      </p:sp>
      <p:sp>
        <p:nvSpPr>
          <p:cNvPr id="48" name="Google Shape;48;p7"/>
          <p:cNvSpPr txBox="1"/>
          <p:nvPr>
            <p:ph idx="11" type="ftr"/>
          </p:nvPr>
        </p:nvSpPr>
        <p:spPr>
          <a:xfrm>
            <a:off x="3028950" y="4767263"/>
            <a:ext cx="3086100" cy="273844"/>
          </a:xfrm>
          <a:prstGeom prst="rect">
            <a:avLst/>
          </a:prstGeom>
          <a:noFill/>
          <a:ln>
            <a:noFill/>
          </a:ln>
        </p:spPr>
        <p:txBody>
          <a:bodyPr anchorCtr="0" anchor="ctr" bIns="34275" lIns="68575" spcFirstLastPara="1" rIns="68575" wrap="square" tIns="34275">
            <a:noAutofit/>
          </a:bodyPr>
          <a:lstStyle>
            <a:lvl1pPr lvl="0" algn="ctr">
              <a:lnSpc>
                <a:spcPct val="100000"/>
              </a:lnSpc>
              <a:spcBef>
                <a:spcPts val="0"/>
              </a:spcBef>
              <a:spcAft>
                <a:spcPts val="0"/>
              </a:spcAft>
              <a:buSzPts val="1100"/>
              <a:buNone/>
              <a:defRPr/>
            </a:lvl1pPr>
            <a:lvl2pPr lvl="1" algn="l">
              <a:lnSpc>
                <a:spcPct val="100000"/>
              </a:lnSpc>
              <a:spcBef>
                <a:spcPts val="0"/>
              </a:spcBef>
              <a:spcAft>
                <a:spcPts val="0"/>
              </a:spcAft>
              <a:buSzPts val="1100"/>
              <a:buNone/>
              <a:defRPr/>
            </a:lvl2pPr>
            <a:lvl3pPr lvl="2" algn="l">
              <a:lnSpc>
                <a:spcPct val="100000"/>
              </a:lnSpc>
              <a:spcBef>
                <a:spcPts val="0"/>
              </a:spcBef>
              <a:spcAft>
                <a:spcPts val="0"/>
              </a:spcAft>
              <a:buSzPts val="1100"/>
              <a:buNone/>
              <a:defRPr/>
            </a:lvl3pPr>
            <a:lvl4pPr lvl="3" algn="l">
              <a:lnSpc>
                <a:spcPct val="100000"/>
              </a:lnSpc>
              <a:spcBef>
                <a:spcPts val="0"/>
              </a:spcBef>
              <a:spcAft>
                <a:spcPts val="0"/>
              </a:spcAft>
              <a:buSzPts val="1100"/>
              <a:buNone/>
              <a:defRPr/>
            </a:lvl4pPr>
            <a:lvl5pPr lvl="4" algn="l">
              <a:lnSpc>
                <a:spcPct val="100000"/>
              </a:lnSpc>
              <a:spcBef>
                <a:spcPts val="0"/>
              </a:spcBef>
              <a:spcAft>
                <a:spcPts val="0"/>
              </a:spcAft>
              <a:buSzPts val="1100"/>
              <a:buNone/>
              <a:defRPr/>
            </a:lvl5pPr>
            <a:lvl6pPr lvl="5" algn="l">
              <a:lnSpc>
                <a:spcPct val="100000"/>
              </a:lnSpc>
              <a:spcBef>
                <a:spcPts val="0"/>
              </a:spcBef>
              <a:spcAft>
                <a:spcPts val="0"/>
              </a:spcAft>
              <a:buSzPts val="1100"/>
              <a:buNone/>
              <a:defRPr/>
            </a:lvl6pPr>
            <a:lvl7pPr lvl="6" algn="l">
              <a:lnSpc>
                <a:spcPct val="100000"/>
              </a:lnSpc>
              <a:spcBef>
                <a:spcPts val="0"/>
              </a:spcBef>
              <a:spcAft>
                <a:spcPts val="0"/>
              </a:spcAft>
              <a:buSzPts val="1100"/>
              <a:buNone/>
              <a:defRPr/>
            </a:lvl7pPr>
            <a:lvl8pPr lvl="7" algn="l">
              <a:lnSpc>
                <a:spcPct val="100000"/>
              </a:lnSpc>
              <a:spcBef>
                <a:spcPts val="0"/>
              </a:spcBef>
              <a:spcAft>
                <a:spcPts val="0"/>
              </a:spcAft>
              <a:buSzPts val="1100"/>
              <a:buNone/>
              <a:defRPr/>
            </a:lvl8pPr>
            <a:lvl9pPr lvl="8" algn="l">
              <a:lnSpc>
                <a:spcPct val="100000"/>
              </a:lnSpc>
              <a:spcBef>
                <a:spcPts val="0"/>
              </a:spcBef>
              <a:spcAft>
                <a:spcPts val="0"/>
              </a:spcAft>
              <a:buSzPts val="1100"/>
              <a:buNone/>
              <a:defRPr/>
            </a:lvl9pPr>
          </a:lstStyle>
          <a:p/>
        </p:txBody>
      </p:sp>
      <p:sp>
        <p:nvSpPr>
          <p:cNvPr id="49" name="Google Shape;49;p7"/>
          <p:cNvSpPr txBox="1"/>
          <p:nvPr>
            <p:ph idx="12" type="sldNum"/>
          </p:nvPr>
        </p:nvSpPr>
        <p:spPr>
          <a:xfrm>
            <a:off x="6457950" y="4767263"/>
            <a:ext cx="2057400" cy="273844"/>
          </a:xfrm>
          <a:prstGeom prst="rect">
            <a:avLst/>
          </a:prstGeom>
          <a:noFill/>
          <a:ln>
            <a:noFill/>
          </a:ln>
        </p:spPr>
        <p:txBody>
          <a:bodyPr anchorCtr="0" anchor="ctr" bIns="34275" lIns="68575" spcFirstLastPara="1" rIns="68575" wrap="square" tIns="34275">
            <a:noAutofit/>
          </a:bodyPr>
          <a:lstStyle>
            <a:lvl1pPr indent="0" lvl="0" marL="0" marR="0" algn="r">
              <a:lnSpc>
                <a:spcPct val="100000"/>
              </a:lnSpc>
              <a:spcBef>
                <a:spcPts val="0"/>
              </a:spcBef>
              <a:spcAft>
                <a:spcPts val="0"/>
              </a:spcAft>
              <a:buClr>
                <a:srgbClr val="000000"/>
              </a:buClr>
              <a:buSzPts val="900"/>
              <a:buFont typeface="Arial"/>
              <a:buNone/>
              <a:defRPr b="0" i="0" sz="900" u="none" cap="none" strike="noStrike">
                <a:solidFill>
                  <a:srgbClr val="757575"/>
                </a:solidFill>
                <a:latin typeface="Arial"/>
                <a:ea typeface="Arial"/>
                <a:cs typeface="Arial"/>
                <a:sym typeface="Arial"/>
              </a:defRPr>
            </a:lvl1pPr>
            <a:lvl2pPr indent="0" lvl="1" marL="0" marR="0" algn="r">
              <a:lnSpc>
                <a:spcPct val="100000"/>
              </a:lnSpc>
              <a:spcBef>
                <a:spcPts val="0"/>
              </a:spcBef>
              <a:spcAft>
                <a:spcPts val="0"/>
              </a:spcAft>
              <a:buClr>
                <a:srgbClr val="000000"/>
              </a:buClr>
              <a:buSzPts val="900"/>
              <a:buFont typeface="Arial"/>
              <a:buNone/>
              <a:defRPr b="0" i="0" sz="900" u="none" cap="none" strike="noStrike">
                <a:solidFill>
                  <a:srgbClr val="757575"/>
                </a:solidFill>
                <a:latin typeface="Arial"/>
                <a:ea typeface="Arial"/>
                <a:cs typeface="Arial"/>
                <a:sym typeface="Arial"/>
              </a:defRPr>
            </a:lvl2pPr>
            <a:lvl3pPr indent="0" lvl="2" marL="0" marR="0" algn="r">
              <a:lnSpc>
                <a:spcPct val="100000"/>
              </a:lnSpc>
              <a:spcBef>
                <a:spcPts val="0"/>
              </a:spcBef>
              <a:spcAft>
                <a:spcPts val="0"/>
              </a:spcAft>
              <a:buClr>
                <a:srgbClr val="000000"/>
              </a:buClr>
              <a:buSzPts val="900"/>
              <a:buFont typeface="Arial"/>
              <a:buNone/>
              <a:defRPr b="0" i="0" sz="900" u="none" cap="none" strike="noStrike">
                <a:solidFill>
                  <a:srgbClr val="757575"/>
                </a:solidFill>
                <a:latin typeface="Arial"/>
                <a:ea typeface="Arial"/>
                <a:cs typeface="Arial"/>
                <a:sym typeface="Arial"/>
              </a:defRPr>
            </a:lvl3pPr>
            <a:lvl4pPr indent="0" lvl="3" marL="0" marR="0" algn="r">
              <a:lnSpc>
                <a:spcPct val="100000"/>
              </a:lnSpc>
              <a:spcBef>
                <a:spcPts val="0"/>
              </a:spcBef>
              <a:spcAft>
                <a:spcPts val="0"/>
              </a:spcAft>
              <a:buClr>
                <a:srgbClr val="000000"/>
              </a:buClr>
              <a:buSzPts val="900"/>
              <a:buFont typeface="Arial"/>
              <a:buNone/>
              <a:defRPr b="0" i="0" sz="900" u="none" cap="none" strike="noStrike">
                <a:solidFill>
                  <a:srgbClr val="757575"/>
                </a:solidFill>
                <a:latin typeface="Arial"/>
                <a:ea typeface="Arial"/>
                <a:cs typeface="Arial"/>
                <a:sym typeface="Arial"/>
              </a:defRPr>
            </a:lvl4pPr>
            <a:lvl5pPr indent="0" lvl="4" marL="0" marR="0" algn="r">
              <a:lnSpc>
                <a:spcPct val="100000"/>
              </a:lnSpc>
              <a:spcBef>
                <a:spcPts val="0"/>
              </a:spcBef>
              <a:spcAft>
                <a:spcPts val="0"/>
              </a:spcAft>
              <a:buClr>
                <a:srgbClr val="000000"/>
              </a:buClr>
              <a:buSzPts val="900"/>
              <a:buFont typeface="Arial"/>
              <a:buNone/>
              <a:defRPr b="0" i="0" sz="900" u="none" cap="none" strike="noStrike">
                <a:solidFill>
                  <a:srgbClr val="757575"/>
                </a:solidFill>
                <a:latin typeface="Arial"/>
                <a:ea typeface="Arial"/>
                <a:cs typeface="Arial"/>
                <a:sym typeface="Arial"/>
              </a:defRPr>
            </a:lvl5pPr>
            <a:lvl6pPr indent="0" lvl="5" marL="0" marR="0" algn="r">
              <a:lnSpc>
                <a:spcPct val="100000"/>
              </a:lnSpc>
              <a:spcBef>
                <a:spcPts val="0"/>
              </a:spcBef>
              <a:spcAft>
                <a:spcPts val="0"/>
              </a:spcAft>
              <a:buClr>
                <a:srgbClr val="000000"/>
              </a:buClr>
              <a:buSzPts val="900"/>
              <a:buFont typeface="Arial"/>
              <a:buNone/>
              <a:defRPr b="0" i="0" sz="900" u="none" cap="none" strike="noStrike">
                <a:solidFill>
                  <a:srgbClr val="757575"/>
                </a:solidFill>
                <a:latin typeface="Arial"/>
                <a:ea typeface="Arial"/>
                <a:cs typeface="Arial"/>
                <a:sym typeface="Arial"/>
              </a:defRPr>
            </a:lvl6pPr>
            <a:lvl7pPr indent="0" lvl="6" marL="0" marR="0" algn="r">
              <a:lnSpc>
                <a:spcPct val="100000"/>
              </a:lnSpc>
              <a:spcBef>
                <a:spcPts val="0"/>
              </a:spcBef>
              <a:spcAft>
                <a:spcPts val="0"/>
              </a:spcAft>
              <a:buClr>
                <a:srgbClr val="000000"/>
              </a:buClr>
              <a:buSzPts val="900"/>
              <a:buFont typeface="Arial"/>
              <a:buNone/>
              <a:defRPr b="0" i="0" sz="900" u="none" cap="none" strike="noStrike">
                <a:solidFill>
                  <a:srgbClr val="757575"/>
                </a:solidFill>
                <a:latin typeface="Arial"/>
                <a:ea typeface="Arial"/>
                <a:cs typeface="Arial"/>
                <a:sym typeface="Arial"/>
              </a:defRPr>
            </a:lvl7pPr>
            <a:lvl8pPr indent="0" lvl="7" marL="0" marR="0" algn="r">
              <a:lnSpc>
                <a:spcPct val="100000"/>
              </a:lnSpc>
              <a:spcBef>
                <a:spcPts val="0"/>
              </a:spcBef>
              <a:spcAft>
                <a:spcPts val="0"/>
              </a:spcAft>
              <a:buClr>
                <a:srgbClr val="000000"/>
              </a:buClr>
              <a:buSzPts val="900"/>
              <a:buFont typeface="Arial"/>
              <a:buNone/>
              <a:defRPr b="0" i="0" sz="900" u="none" cap="none" strike="noStrike">
                <a:solidFill>
                  <a:srgbClr val="757575"/>
                </a:solidFill>
                <a:latin typeface="Arial"/>
                <a:ea typeface="Arial"/>
                <a:cs typeface="Arial"/>
                <a:sym typeface="Arial"/>
              </a:defRPr>
            </a:lvl8pPr>
            <a:lvl9pPr indent="0" lvl="8" marL="0" marR="0" algn="r">
              <a:lnSpc>
                <a:spcPct val="100000"/>
              </a:lnSpc>
              <a:spcBef>
                <a:spcPts val="0"/>
              </a:spcBef>
              <a:spcAft>
                <a:spcPts val="0"/>
              </a:spcAft>
              <a:buClr>
                <a:srgbClr val="000000"/>
              </a:buClr>
              <a:buSzPts val="900"/>
              <a:buFont typeface="Arial"/>
              <a:buNone/>
              <a:defRPr b="0" i="0" sz="900" u="none" cap="none" strike="noStrike">
                <a:solidFill>
                  <a:srgbClr val="757575"/>
                </a:solidFill>
                <a:latin typeface="Arial"/>
                <a:ea typeface="Arial"/>
                <a:cs typeface="Arial"/>
                <a:sym typeface="Arial"/>
              </a:defRPr>
            </a:lvl9pPr>
          </a:lstStyle>
          <a:p>
            <a:pPr indent="0" lvl="0" marL="0" rtl="0" algn="r">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lank" type="blank">
  <p:cSld name="BLANK">
    <p:spTree>
      <p:nvGrpSpPr>
        <p:cNvPr id="50" name="Shape 50"/>
        <p:cNvGrpSpPr/>
        <p:nvPr/>
      </p:nvGrpSpPr>
      <p:grpSpPr>
        <a:xfrm>
          <a:off x="0" y="0"/>
          <a:ext cx="0" cy="0"/>
          <a:chOff x="0" y="0"/>
          <a:chExt cx="0" cy="0"/>
        </a:xfrm>
      </p:grpSpPr>
      <p:sp>
        <p:nvSpPr>
          <p:cNvPr id="51" name="Google Shape;51;p8"/>
          <p:cNvSpPr txBox="1"/>
          <p:nvPr>
            <p:ph idx="10" type="dt"/>
          </p:nvPr>
        </p:nvSpPr>
        <p:spPr>
          <a:xfrm>
            <a:off x="628650" y="4767263"/>
            <a:ext cx="2057400" cy="273844"/>
          </a:xfrm>
          <a:prstGeom prst="rect">
            <a:avLst/>
          </a:prstGeom>
          <a:noFill/>
          <a:ln>
            <a:noFill/>
          </a:ln>
        </p:spPr>
        <p:txBody>
          <a:bodyPr anchorCtr="0" anchor="ctr" bIns="34275" lIns="68575" spcFirstLastPara="1" rIns="68575" wrap="square" tIns="34275">
            <a:noAutofit/>
          </a:bodyPr>
          <a:lstStyle>
            <a:lvl1pPr lvl="0" algn="l">
              <a:lnSpc>
                <a:spcPct val="100000"/>
              </a:lnSpc>
              <a:spcBef>
                <a:spcPts val="0"/>
              </a:spcBef>
              <a:spcAft>
                <a:spcPts val="0"/>
              </a:spcAft>
              <a:buSzPts val="1100"/>
              <a:buNone/>
              <a:defRPr/>
            </a:lvl1pPr>
            <a:lvl2pPr lvl="1" algn="l">
              <a:lnSpc>
                <a:spcPct val="100000"/>
              </a:lnSpc>
              <a:spcBef>
                <a:spcPts val="0"/>
              </a:spcBef>
              <a:spcAft>
                <a:spcPts val="0"/>
              </a:spcAft>
              <a:buSzPts val="1100"/>
              <a:buNone/>
              <a:defRPr/>
            </a:lvl2pPr>
            <a:lvl3pPr lvl="2" algn="l">
              <a:lnSpc>
                <a:spcPct val="100000"/>
              </a:lnSpc>
              <a:spcBef>
                <a:spcPts val="0"/>
              </a:spcBef>
              <a:spcAft>
                <a:spcPts val="0"/>
              </a:spcAft>
              <a:buSzPts val="1100"/>
              <a:buNone/>
              <a:defRPr/>
            </a:lvl3pPr>
            <a:lvl4pPr lvl="3" algn="l">
              <a:lnSpc>
                <a:spcPct val="100000"/>
              </a:lnSpc>
              <a:spcBef>
                <a:spcPts val="0"/>
              </a:spcBef>
              <a:spcAft>
                <a:spcPts val="0"/>
              </a:spcAft>
              <a:buSzPts val="1100"/>
              <a:buNone/>
              <a:defRPr/>
            </a:lvl4pPr>
            <a:lvl5pPr lvl="4" algn="l">
              <a:lnSpc>
                <a:spcPct val="100000"/>
              </a:lnSpc>
              <a:spcBef>
                <a:spcPts val="0"/>
              </a:spcBef>
              <a:spcAft>
                <a:spcPts val="0"/>
              </a:spcAft>
              <a:buSzPts val="1100"/>
              <a:buNone/>
              <a:defRPr/>
            </a:lvl5pPr>
            <a:lvl6pPr lvl="5" algn="l">
              <a:lnSpc>
                <a:spcPct val="100000"/>
              </a:lnSpc>
              <a:spcBef>
                <a:spcPts val="0"/>
              </a:spcBef>
              <a:spcAft>
                <a:spcPts val="0"/>
              </a:spcAft>
              <a:buSzPts val="1100"/>
              <a:buNone/>
              <a:defRPr/>
            </a:lvl6pPr>
            <a:lvl7pPr lvl="6" algn="l">
              <a:lnSpc>
                <a:spcPct val="100000"/>
              </a:lnSpc>
              <a:spcBef>
                <a:spcPts val="0"/>
              </a:spcBef>
              <a:spcAft>
                <a:spcPts val="0"/>
              </a:spcAft>
              <a:buSzPts val="1100"/>
              <a:buNone/>
              <a:defRPr/>
            </a:lvl7pPr>
            <a:lvl8pPr lvl="7" algn="l">
              <a:lnSpc>
                <a:spcPct val="100000"/>
              </a:lnSpc>
              <a:spcBef>
                <a:spcPts val="0"/>
              </a:spcBef>
              <a:spcAft>
                <a:spcPts val="0"/>
              </a:spcAft>
              <a:buSzPts val="1100"/>
              <a:buNone/>
              <a:defRPr/>
            </a:lvl8pPr>
            <a:lvl9pPr lvl="8" algn="l">
              <a:lnSpc>
                <a:spcPct val="100000"/>
              </a:lnSpc>
              <a:spcBef>
                <a:spcPts val="0"/>
              </a:spcBef>
              <a:spcAft>
                <a:spcPts val="0"/>
              </a:spcAft>
              <a:buSzPts val="1100"/>
              <a:buNone/>
              <a:defRPr/>
            </a:lvl9pPr>
          </a:lstStyle>
          <a:p/>
        </p:txBody>
      </p:sp>
      <p:sp>
        <p:nvSpPr>
          <p:cNvPr id="52" name="Google Shape;52;p8"/>
          <p:cNvSpPr txBox="1"/>
          <p:nvPr>
            <p:ph idx="11" type="ftr"/>
          </p:nvPr>
        </p:nvSpPr>
        <p:spPr>
          <a:xfrm>
            <a:off x="3028950" y="4767263"/>
            <a:ext cx="3086100" cy="273844"/>
          </a:xfrm>
          <a:prstGeom prst="rect">
            <a:avLst/>
          </a:prstGeom>
          <a:noFill/>
          <a:ln>
            <a:noFill/>
          </a:ln>
        </p:spPr>
        <p:txBody>
          <a:bodyPr anchorCtr="0" anchor="ctr" bIns="34275" lIns="68575" spcFirstLastPara="1" rIns="68575" wrap="square" tIns="34275">
            <a:noAutofit/>
          </a:bodyPr>
          <a:lstStyle>
            <a:lvl1pPr lvl="0" algn="ctr">
              <a:lnSpc>
                <a:spcPct val="100000"/>
              </a:lnSpc>
              <a:spcBef>
                <a:spcPts val="0"/>
              </a:spcBef>
              <a:spcAft>
                <a:spcPts val="0"/>
              </a:spcAft>
              <a:buSzPts val="1100"/>
              <a:buNone/>
              <a:defRPr/>
            </a:lvl1pPr>
            <a:lvl2pPr lvl="1" algn="l">
              <a:lnSpc>
                <a:spcPct val="100000"/>
              </a:lnSpc>
              <a:spcBef>
                <a:spcPts val="0"/>
              </a:spcBef>
              <a:spcAft>
                <a:spcPts val="0"/>
              </a:spcAft>
              <a:buSzPts val="1100"/>
              <a:buNone/>
              <a:defRPr/>
            </a:lvl2pPr>
            <a:lvl3pPr lvl="2" algn="l">
              <a:lnSpc>
                <a:spcPct val="100000"/>
              </a:lnSpc>
              <a:spcBef>
                <a:spcPts val="0"/>
              </a:spcBef>
              <a:spcAft>
                <a:spcPts val="0"/>
              </a:spcAft>
              <a:buSzPts val="1100"/>
              <a:buNone/>
              <a:defRPr/>
            </a:lvl3pPr>
            <a:lvl4pPr lvl="3" algn="l">
              <a:lnSpc>
                <a:spcPct val="100000"/>
              </a:lnSpc>
              <a:spcBef>
                <a:spcPts val="0"/>
              </a:spcBef>
              <a:spcAft>
                <a:spcPts val="0"/>
              </a:spcAft>
              <a:buSzPts val="1100"/>
              <a:buNone/>
              <a:defRPr/>
            </a:lvl4pPr>
            <a:lvl5pPr lvl="4" algn="l">
              <a:lnSpc>
                <a:spcPct val="100000"/>
              </a:lnSpc>
              <a:spcBef>
                <a:spcPts val="0"/>
              </a:spcBef>
              <a:spcAft>
                <a:spcPts val="0"/>
              </a:spcAft>
              <a:buSzPts val="1100"/>
              <a:buNone/>
              <a:defRPr/>
            </a:lvl5pPr>
            <a:lvl6pPr lvl="5" algn="l">
              <a:lnSpc>
                <a:spcPct val="100000"/>
              </a:lnSpc>
              <a:spcBef>
                <a:spcPts val="0"/>
              </a:spcBef>
              <a:spcAft>
                <a:spcPts val="0"/>
              </a:spcAft>
              <a:buSzPts val="1100"/>
              <a:buNone/>
              <a:defRPr/>
            </a:lvl6pPr>
            <a:lvl7pPr lvl="6" algn="l">
              <a:lnSpc>
                <a:spcPct val="100000"/>
              </a:lnSpc>
              <a:spcBef>
                <a:spcPts val="0"/>
              </a:spcBef>
              <a:spcAft>
                <a:spcPts val="0"/>
              </a:spcAft>
              <a:buSzPts val="1100"/>
              <a:buNone/>
              <a:defRPr/>
            </a:lvl7pPr>
            <a:lvl8pPr lvl="7" algn="l">
              <a:lnSpc>
                <a:spcPct val="100000"/>
              </a:lnSpc>
              <a:spcBef>
                <a:spcPts val="0"/>
              </a:spcBef>
              <a:spcAft>
                <a:spcPts val="0"/>
              </a:spcAft>
              <a:buSzPts val="1100"/>
              <a:buNone/>
              <a:defRPr/>
            </a:lvl8pPr>
            <a:lvl9pPr lvl="8" algn="l">
              <a:lnSpc>
                <a:spcPct val="100000"/>
              </a:lnSpc>
              <a:spcBef>
                <a:spcPts val="0"/>
              </a:spcBef>
              <a:spcAft>
                <a:spcPts val="0"/>
              </a:spcAft>
              <a:buSzPts val="1100"/>
              <a:buNone/>
              <a:defRPr/>
            </a:lvl9pPr>
          </a:lstStyle>
          <a:p/>
        </p:txBody>
      </p:sp>
      <p:sp>
        <p:nvSpPr>
          <p:cNvPr id="53" name="Google Shape;53;p8"/>
          <p:cNvSpPr txBox="1"/>
          <p:nvPr>
            <p:ph idx="12" type="sldNum"/>
          </p:nvPr>
        </p:nvSpPr>
        <p:spPr>
          <a:xfrm>
            <a:off x="6457950" y="4767263"/>
            <a:ext cx="2057400" cy="273844"/>
          </a:xfrm>
          <a:prstGeom prst="rect">
            <a:avLst/>
          </a:prstGeom>
          <a:noFill/>
          <a:ln>
            <a:noFill/>
          </a:ln>
        </p:spPr>
        <p:txBody>
          <a:bodyPr anchorCtr="0" anchor="ctr" bIns="34275" lIns="68575" spcFirstLastPara="1" rIns="68575" wrap="square" tIns="34275">
            <a:noAutofit/>
          </a:bodyPr>
          <a:lstStyle>
            <a:lvl1pPr indent="0" lvl="0" marL="0" marR="0" algn="r">
              <a:lnSpc>
                <a:spcPct val="100000"/>
              </a:lnSpc>
              <a:spcBef>
                <a:spcPts val="0"/>
              </a:spcBef>
              <a:spcAft>
                <a:spcPts val="0"/>
              </a:spcAft>
              <a:buClr>
                <a:srgbClr val="000000"/>
              </a:buClr>
              <a:buSzPts val="900"/>
              <a:buFont typeface="Arial"/>
              <a:buNone/>
              <a:defRPr b="0" i="0" sz="900" u="none" cap="none" strike="noStrike">
                <a:solidFill>
                  <a:srgbClr val="757575"/>
                </a:solidFill>
                <a:latin typeface="Arial"/>
                <a:ea typeface="Arial"/>
                <a:cs typeface="Arial"/>
                <a:sym typeface="Arial"/>
              </a:defRPr>
            </a:lvl1pPr>
            <a:lvl2pPr indent="0" lvl="1" marL="0" marR="0" algn="r">
              <a:lnSpc>
                <a:spcPct val="100000"/>
              </a:lnSpc>
              <a:spcBef>
                <a:spcPts val="0"/>
              </a:spcBef>
              <a:spcAft>
                <a:spcPts val="0"/>
              </a:spcAft>
              <a:buClr>
                <a:srgbClr val="000000"/>
              </a:buClr>
              <a:buSzPts val="900"/>
              <a:buFont typeface="Arial"/>
              <a:buNone/>
              <a:defRPr b="0" i="0" sz="900" u="none" cap="none" strike="noStrike">
                <a:solidFill>
                  <a:srgbClr val="757575"/>
                </a:solidFill>
                <a:latin typeface="Arial"/>
                <a:ea typeface="Arial"/>
                <a:cs typeface="Arial"/>
                <a:sym typeface="Arial"/>
              </a:defRPr>
            </a:lvl2pPr>
            <a:lvl3pPr indent="0" lvl="2" marL="0" marR="0" algn="r">
              <a:lnSpc>
                <a:spcPct val="100000"/>
              </a:lnSpc>
              <a:spcBef>
                <a:spcPts val="0"/>
              </a:spcBef>
              <a:spcAft>
                <a:spcPts val="0"/>
              </a:spcAft>
              <a:buClr>
                <a:srgbClr val="000000"/>
              </a:buClr>
              <a:buSzPts val="900"/>
              <a:buFont typeface="Arial"/>
              <a:buNone/>
              <a:defRPr b="0" i="0" sz="900" u="none" cap="none" strike="noStrike">
                <a:solidFill>
                  <a:srgbClr val="757575"/>
                </a:solidFill>
                <a:latin typeface="Arial"/>
                <a:ea typeface="Arial"/>
                <a:cs typeface="Arial"/>
                <a:sym typeface="Arial"/>
              </a:defRPr>
            </a:lvl3pPr>
            <a:lvl4pPr indent="0" lvl="3" marL="0" marR="0" algn="r">
              <a:lnSpc>
                <a:spcPct val="100000"/>
              </a:lnSpc>
              <a:spcBef>
                <a:spcPts val="0"/>
              </a:spcBef>
              <a:spcAft>
                <a:spcPts val="0"/>
              </a:spcAft>
              <a:buClr>
                <a:srgbClr val="000000"/>
              </a:buClr>
              <a:buSzPts val="900"/>
              <a:buFont typeface="Arial"/>
              <a:buNone/>
              <a:defRPr b="0" i="0" sz="900" u="none" cap="none" strike="noStrike">
                <a:solidFill>
                  <a:srgbClr val="757575"/>
                </a:solidFill>
                <a:latin typeface="Arial"/>
                <a:ea typeface="Arial"/>
                <a:cs typeface="Arial"/>
                <a:sym typeface="Arial"/>
              </a:defRPr>
            </a:lvl4pPr>
            <a:lvl5pPr indent="0" lvl="4" marL="0" marR="0" algn="r">
              <a:lnSpc>
                <a:spcPct val="100000"/>
              </a:lnSpc>
              <a:spcBef>
                <a:spcPts val="0"/>
              </a:spcBef>
              <a:spcAft>
                <a:spcPts val="0"/>
              </a:spcAft>
              <a:buClr>
                <a:srgbClr val="000000"/>
              </a:buClr>
              <a:buSzPts val="900"/>
              <a:buFont typeface="Arial"/>
              <a:buNone/>
              <a:defRPr b="0" i="0" sz="900" u="none" cap="none" strike="noStrike">
                <a:solidFill>
                  <a:srgbClr val="757575"/>
                </a:solidFill>
                <a:latin typeface="Arial"/>
                <a:ea typeface="Arial"/>
                <a:cs typeface="Arial"/>
                <a:sym typeface="Arial"/>
              </a:defRPr>
            </a:lvl5pPr>
            <a:lvl6pPr indent="0" lvl="5" marL="0" marR="0" algn="r">
              <a:lnSpc>
                <a:spcPct val="100000"/>
              </a:lnSpc>
              <a:spcBef>
                <a:spcPts val="0"/>
              </a:spcBef>
              <a:spcAft>
                <a:spcPts val="0"/>
              </a:spcAft>
              <a:buClr>
                <a:srgbClr val="000000"/>
              </a:buClr>
              <a:buSzPts val="900"/>
              <a:buFont typeface="Arial"/>
              <a:buNone/>
              <a:defRPr b="0" i="0" sz="900" u="none" cap="none" strike="noStrike">
                <a:solidFill>
                  <a:srgbClr val="757575"/>
                </a:solidFill>
                <a:latin typeface="Arial"/>
                <a:ea typeface="Arial"/>
                <a:cs typeface="Arial"/>
                <a:sym typeface="Arial"/>
              </a:defRPr>
            </a:lvl6pPr>
            <a:lvl7pPr indent="0" lvl="6" marL="0" marR="0" algn="r">
              <a:lnSpc>
                <a:spcPct val="100000"/>
              </a:lnSpc>
              <a:spcBef>
                <a:spcPts val="0"/>
              </a:spcBef>
              <a:spcAft>
                <a:spcPts val="0"/>
              </a:spcAft>
              <a:buClr>
                <a:srgbClr val="000000"/>
              </a:buClr>
              <a:buSzPts val="900"/>
              <a:buFont typeface="Arial"/>
              <a:buNone/>
              <a:defRPr b="0" i="0" sz="900" u="none" cap="none" strike="noStrike">
                <a:solidFill>
                  <a:srgbClr val="757575"/>
                </a:solidFill>
                <a:latin typeface="Arial"/>
                <a:ea typeface="Arial"/>
                <a:cs typeface="Arial"/>
                <a:sym typeface="Arial"/>
              </a:defRPr>
            </a:lvl7pPr>
            <a:lvl8pPr indent="0" lvl="7" marL="0" marR="0" algn="r">
              <a:lnSpc>
                <a:spcPct val="100000"/>
              </a:lnSpc>
              <a:spcBef>
                <a:spcPts val="0"/>
              </a:spcBef>
              <a:spcAft>
                <a:spcPts val="0"/>
              </a:spcAft>
              <a:buClr>
                <a:srgbClr val="000000"/>
              </a:buClr>
              <a:buSzPts val="900"/>
              <a:buFont typeface="Arial"/>
              <a:buNone/>
              <a:defRPr b="0" i="0" sz="900" u="none" cap="none" strike="noStrike">
                <a:solidFill>
                  <a:srgbClr val="757575"/>
                </a:solidFill>
                <a:latin typeface="Arial"/>
                <a:ea typeface="Arial"/>
                <a:cs typeface="Arial"/>
                <a:sym typeface="Arial"/>
              </a:defRPr>
            </a:lvl8pPr>
            <a:lvl9pPr indent="0" lvl="8" marL="0" marR="0" algn="r">
              <a:lnSpc>
                <a:spcPct val="100000"/>
              </a:lnSpc>
              <a:spcBef>
                <a:spcPts val="0"/>
              </a:spcBef>
              <a:spcAft>
                <a:spcPts val="0"/>
              </a:spcAft>
              <a:buClr>
                <a:srgbClr val="000000"/>
              </a:buClr>
              <a:buSzPts val="900"/>
              <a:buFont typeface="Arial"/>
              <a:buNone/>
              <a:defRPr b="0" i="0" sz="900" u="none" cap="none" strike="noStrike">
                <a:solidFill>
                  <a:srgbClr val="757575"/>
                </a:solidFill>
                <a:latin typeface="Arial"/>
                <a:ea typeface="Arial"/>
                <a:cs typeface="Arial"/>
                <a:sym typeface="Arial"/>
              </a:defRPr>
            </a:lvl9pPr>
          </a:lstStyle>
          <a:p>
            <a:pPr indent="0" lvl="0" marL="0" rtl="0" algn="r">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Content with Caption" type="objTx">
  <p:cSld name="OBJECT_WITH_CAPTION_TEXT">
    <p:spTree>
      <p:nvGrpSpPr>
        <p:cNvPr id="54" name="Shape 54"/>
        <p:cNvGrpSpPr/>
        <p:nvPr/>
      </p:nvGrpSpPr>
      <p:grpSpPr>
        <a:xfrm>
          <a:off x="0" y="0"/>
          <a:ext cx="0" cy="0"/>
          <a:chOff x="0" y="0"/>
          <a:chExt cx="0" cy="0"/>
        </a:xfrm>
      </p:grpSpPr>
      <p:sp>
        <p:nvSpPr>
          <p:cNvPr id="55" name="Google Shape;55;p9"/>
          <p:cNvSpPr txBox="1"/>
          <p:nvPr>
            <p:ph type="title"/>
          </p:nvPr>
        </p:nvSpPr>
        <p:spPr>
          <a:xfrm>
            <a:off x="629841" y="342900"/>
            <a:ext cx="2949178" cy="1200150"/>
          </a:xfrm>
          <a:prstGeom prst="rect">
            <a:avLst/>
          </a:prstGeom>
          <a:noFill/>
          <a:ln>
            <a:noFill/>
          </a:ln>
        </p:spPr>
        <p:txBody>
          <a:bodyPr anchorCtr="0" anchor="b" bIns="34275" lIns="68575" spcFirstLastPara="1" rIns="68575" wrap="square" tIns="34275">
            <a:normAutofit/>
          </a:bodyPr>
          <a:lstStyle>
            <a:lvl1pPr lvl="0" algn="l">
              <a:lnSpc>
                <a:spcPct val="90000"/>
              </a:lnSpc>
              <a:spcBef>
                <a:spcPts val="0"/>
              </a:spcBef>
              <a:spcAft>
                <a:spcPts val="0"/>
              </a:spcAft>
              <a:buClr>
                <a:schemeClr val="dk1"/>
              </a:buClr>
              <a:buSzPts val="2400"/>
              <a:buFont typeface="Play"/>
              <a:buNone/>
              <a:defRPr sz="2400"/>
            </a:lvl1pPr>
            <a:lvl2pPr lvl="1" algn="l">
              <a:lnSpc>
                <a:spcPct val="100000"/>
              </a:lnSpc>
              <a:spcBef>
                <a:spcPts val="0"/>
              </a:spcBef>
              <a:spcAft>
                <a:spcPts val="0"/>
              </a:spcAft>
              <a:buSzPts val="1100"/>
              <a:buNone/>
              <a:defRPr/>
            </a:lvl2pPr>
            <a:lvl3pPr lvl="2" algn="l">
              <a:lnSpc>
                <a:spcPct val="100000"/>
              </a:lnSpc>
              <a:spcBef>
                <a:spcPts val="0"/>
              </a:spcBef>
              <a:spcAft>
                <a:spcPts val="0"/>
              </a:spcAft>
              <a:buSzPts val="1100"/>
              <a:buNone/>
              <a:defRPr/>
            </a:lvl3pPr>
            <a:lvl4pPr lvl="3" algn="l">
              <a:lnSpc>
                <a:spcPct val="100000"/>
              </a:lnSpc>
              <a:spcBef>
                <a:spcPts val="0"/>
              </a:spcBef>
              <a:spcAft>
                <a:spcPts val="0"/>
              </a:spcAft>
              <a:buSzPts val="1100"/>
              <a:buNone/>
              <a:defRPr/>
            </a:lvl4pPr>
            <a:lvl5pPr lvl="4" algn="l">
              <a:lnSpc>
                <a:spcPct val="100000"/>
              </a:lnSpc>
              <a:spcBef>
                <a:spcPts val="0"/>
              </a:spcBef>
              <a:spcAft>
                <a:spcPts val="0"/>
              </a:spcAft>
              <a:buSzPts val="1100"/>
              <a:buNone/>
              <a:defRPr/>
            </a:lvl5pPr>
            <a:lvl6pPr lvl="5" algn="l">
              <a:lnSpc>
                <a:spcPct val="100000"/>
              </a:lnSpc>
              <a:spcBef>
                <a:spcPts val="0"/>
              </a:spcBef>
              <a:spcAft>
                <a:spcPts val="0"/>
              </a:spcAft>
              <a:buSzPts val="1100"/>
              <a:buNone/>
              <a:defRPr/>
            </a:lvl6pPr>
            <a:lvl7pPr lvl="6" algn="l">
              <a:lnSpc>
                <a:spcPct val="100000"/>
              </a:lnSpc>
              <a:spcBef>
                <a:spcPts val="0"/>
              </a:spcBef>
              <a:spcAft>
                <a:spcPts val="0"/>
              </a:spcAft>
              <a:buSzPts val="1100"/>
              <a:buNone/>
              <a:defRPr/>
            </a:lvl7pPr>
            <a:lvl8pPr lvl="7" algn="l">
              <a:lnSpc>
                <a:spcPct val="100000"/>
              </a:lnSpc>
              <a:spcBef>
                <a:spcPts val="0"/>
              </a:spcBef>
              <a:spcAft>
                <a:spcPts val="0"/>
              </a:spcAft>
              <a:buSzPts val="1100"/>
              <a:buNone/>
              <a:defRPr/>
            </a:lvl8pPr>
            <a:lvl9pPr lvl="8" algn="l">
              <a:lnSpc>
                <a:spcPct val="100000"/>
              </a:lnSpc>
              <a:spcBef>
                <a:spcPts val="0"/>
              </a:spcBef>
              <a:spcAft>
                <a:spcPts val="0"/>
              </a:spcAft>
              <a:buSzPts val="1100"/>
              <a:buNone/>
              <a:defRPr/>
            </a:lvl9pPr>
          </a:lstStyle>
          <a:p/>
        </p:txBody>
      </p:sp>
      <p:sp>
        <p:nvSpPr>
          <p:cNvPr id="56" name="Google Shape;56;p9"/>
          <p:cNvSpPr txBox="1"/>
          <p:nvPr>
            <p:ph idx="1" type="body"/>
          </p:nvPr>
        </p:nvSpPr>
        <p:spPr>
          <a:xfrm>
            <a:off x="3887391" y="740569"/>
            <a:ext cx="4629150" cy="3655219"/>
          </a:xfrm>
          <a:prstGeom prst="rect">
            <a:avLst/>
          </a:prstGeom>
          <a:noFill/>
          <a:ln>
            <a:noFill/>
          </a:ln>
        </p:spPr>
        <p:txBody>
          <a:bodyPr anchorCtr="0" anchor="t" bIns="34275" lIns="68575" spcFirstLastPara="1" rIns="68575" wrap="square" tIns="34275">
            <a:normAutofit/>
          </a:bodyPr>
          <a:lstStyle>
            <a:lvl1pPr indent="-381000" lvl="0" marL="457200" algn="l">
              <a:lnSpc>
                <a:spcPct val="90000"/>
              </a:lnSpc>
              <a:spcBef>
                <a:spcPts val="800"/>
              </a:spcBef>
              <a:spcAft>
                <a:spcPts val="0"/>
              </a:spcAft>
              <a:buClr>
                <a:schemeClr val="dk1"/>
              </a:buClr>
              <a:buSzPts val="2400"/>
              <a:buChar char="•"/>
              <a:defRPr sz="2400"/>
            </a:lvl1pPr>
            <a:lvl2pPr indent="-361950" lvl="1" marL="914400" algn="l">
              <a:lnSpc>
                <a:spcPct val="90000"/>
              </a:lnSpc>
              <a:spcBef>
                <a:spcPts val="400"/>
              </a:spcBef>
              <a:spcAft>
                <a:spcPts val="0"/>
              </a:spcAft>
              <a:buClr>
                <a:schemeClr val="dk1"/>
              </a:buClr>
              <a:buSzPts val="2100"/>
              <a:buChar char="•"/>
              <a:defRPr sz="2100"/>
            </a:lvl2pPr>
            <a:lvl3pPr indent="-342900" lvl="2" marL="1371600" algn="l">
              <a:lnSpc>
                <a:spcPct val="90000"/>
              </a:lnSpc>
              <a:spcBef>
                <a:spcPts val="400"/>
              </a:spcBef>
              <a:spcAft>
                <a:spcPts val="0"/>
              </a:spcAft>
              <a:buClr>
                <a:schemeClr val="dk1"/>
              </a:buClr>
              <a:buSzPts val="1800"/>
              <a:buChar char="•"/>
              <a:defRPr sz="1800"/>
            </a:lvl3pPr>
            <a:lvl4pPr indent="-323850" lvl="3" marL="1828800" algn="l">
              <a:lnSpc>
                <a:spcPct val="90000"/>
              </a:lnSpc>
              <a:spcBef>
                <a:spcPts val="400"/>
              </a:spcBef>
              <a:spcAft>
                <a:spcPts val="0"/>
              </a:spcAft>
              <a:buClr>
                <a:schemeClr val="dk1"/>
              </a:buClr>
              <a:buSzPts val="1500"/>
              <a:buChar char="•"/>
              <a:defRPr sz="1500"/>
            </a:lvl4pPr>
            <a:lvl5pPr indent="-323850" lvl="4" marL="2286000" algn="l">
              <a:lnSpc>
                <a:spcPct val="90000"/>
              </a:lnSpc>
              <a:spcBef>
                <a:spcPts val="400"/>
              </a:spcBef>
              <a:spcAft>
                <a:spcPts val="0"/>
              </a:spcAft>
              <a:buClr>
                <a:schemeClr val="dk1"/>
              </a:buClr>
              <a:buSzPts val="1500"/>
              <a:buChar char="•"/>
              <a:defRPr sz="1500"/>
            </a:lvl5pPr>
            <a:lvl6pPr indent="-323850" lvl="5" marL="2743200" algn="l">
              <a:lnSpc>
                <a:spcPct val="90000"/>
              </a:lnSpc>
              <a:spcBef>
                <a:spcPts val="400"/>
              </a:spcBef>
              <a:spcAft>
                <a:spcPts val="0"/>
              </a:spcAft>
              <a:buClr>
                <a:schemeClr val="dk1"/>
              </a:buClr>
              <a:buSzPts val="1500"/>
              <a:buChar char="•"/>
              <a:defRPr sz="1500"/>
            </a:lvl6pPr>
            <a:lvl7pPr indent="-323850" lvl="6" marL="3200400" algn="l">
              <a:lnSpc>
                <a:spcPct val="90000"/>
              </a:lnSpc>
              <a:spcBef>
                <a:spcPts val="400"/>
              </a:spcBef>
              <a:spcAft>
                <a:spcPts val="0"/>
              </a:spcAft>
              <a:buClr>
                <a:schemeClr val="dk1"/>
              </a:buClr>
              <a:buSzPts val="1500"/>
              <a:buChar char="•"/>
              <a:defRPr sz="1500"/>
            </a:lvl7pPr>
            <a:lvl8pPr indent="-323850" lvl="7" marL="3657600" algn="l">
              <a:lnSpc>
                <a:spcPct val="90000"/>
              </a:lnSpc>
              <a:spcBef>
                <a:spcPts val="400"/>
              </a:spcBef>
              <a:spcAft>
                <a:spcPts val="0"/>
              </a:spcAft>
              <a:buClr>
                <a:schemeClr val="dk1"/>
              </a:buClr>
              <a:buSzPts val="1500"/>
              <a:buChar char="•"/>
              <a:defRPr sz="1500"/>
            </a:lvl8pPr>
            <a:lvl9pPr indent="-323850" lvl="8" marL="4114800" algn="l">
              <a:lnSpc>
                <a:spcPct val="90000"/>
              </a:lnSpc>
              <a:spcBef>
                <a:spcPts val="400"/>
              </a:spcBef>
              <a:spcAft>
                <a:spcPts val="0"/>
              </a:spcAft>
              <a:buClr>
                <a:schemeClr val="dk1"/>
              </a:buClr>
              <a:buSzPts val="1500"/>
              <a:buChar char="•"/>
              <a:defRPr sz="1500"/>
            </a:lvl9pPr>
          </a:lstStyle>
          <a:p/>
        </p:txBody>
      </p:sp>
      <p:sp>
        <p:nvSpPr>
          <p:cNvPr id="57" name="Google Shape;57;p9"/>
          <p:cNvSpPr txBox="1"/>
          <p:nvPr>
            <p:ph idx="2" type="body"/>
          </p:nvPr>
        </p:nvSpPr>
        <p:spPr>
          <a:xfrm>
            <a:off x="629841" y="1543050"/>
            <a:ext cx="2949178" cy="2858691"/>
          </a:xfrm>
          <a:prstGeom prst="rect">
            <a:avLst/>
          </a:prstGeom>
          <a:noFill/>
          <a:ln>
            <a:noFill/>
          </a:ln>
        </p:spPr>
        <p:txBody>
          <a:bodyPr anchorCtr="0" anchor="t" bIns="34275" lIns="68575" spcFirstLastPara="1" rIns="68575" wrap="square" tIns="34275">
            <a:normAutofit/>
          </a:bodyPr>
          <a:lstStyle>
            <a:lvl1pPr indent="-228600" lvl="0" marL="457200" algn="l">
              <a:lnSpc>
                <a:spcPct val="90000"/>
              </a:lnSpc>
              <a:spcBef>
                <a:spcPts val="800"/>
              </a:spcBef>
              <a:spcAft>
                <a:spcPts val="0"/>
              </a:spcAft>
              <a:buClr>
                <a:schemeClr val="dk1"/>
              </a:buClr>
              <a:buSzPts val="1200"/>
              <a:buNone/>
              <a:defRPr sz="1200"/>
            </a:lvl1pPr>
            <a:lvl2pPr indent="-228600" lvl="1" marL="914400" algn="l">
              <a:lnSpc>
                <a:spcPct val="90000"/>
              </a:lnSpc>
              <a:spcBef>
                <a:spcPts val="400"/>
              </a:spcBef>
              <a:spcAft>
                <a:spcPts val="0"/>
              </a:spcAft>
              <a:buClr>
                <a:schemeClr val="dk1"/>
              </a:buClr>
              <a:buSzPts val="1100"/>
              <a:buNone/>
              <a:defRPr sz="1100"/>
            </a:lvl2pPr>
            <a:lvl3pPr indent="-228600" lvl="2" marL="1371600" algn="l">
              <a:lnSpc>
                <a:spcPct val="90000"/>
              </a:lnSpc>
              <a:spcBef>
                <a:spcPts val="400"/>
              </a:spcBef>
              <a:spcAft>
                <a:spcPts val="0"/>
              </a:spcAft>
              <a:buClr>
                <a:schemeClr val="dk1"/>
              </a:buClr>
              <a:buSzPts val="900"/>
              <a:buNone/>
              <a:defRPr sz="900"/>
            </a:lvl3pPr>
            <a:lvl4pPr indent="-228600" lvl="3" marL="1828800" algn="l">
              <a:lnSpc>
                <a:spcPct val="90000"/>
              </a:lnSpc>
              <a:spcBef>
                <a:spcPts val="400"/>
              </a:spcBef>
              <a:spcAft>
                <a:spcPts val="0"/>
              </a:spcAft>
              <a:buClr>
                <a:schemeClr val="dk1"/>
              </a:buClr>
              <a:buSzPts val="800"/>
              <a:buNone/>
              <a:defRPr sz="800"/>
            </a:lvl4pPr>
            <a:lvl5pPr indent="-228600" lvl="4" marL="2286000" algn="l">
              <a:lnSpc>
                <a:spcPct val="90000"/>
              </a:lnSpc>
              <a:spcBef>
                <a:spcPts val="400"/>
              </a:spcBef>
              <a:spcAft>
                <a:spcPts val="0"/>
              </a:spcAft>
              <a:buClr>
                <a:schemeClr val="dk1"/>
              </a:buClr>
              <a:buSzPts val="800"/>
              <a:buNone/>
              <a:defRPr sz="800"/>
            </a:lvl5pPr>
            <a:lvl6pPr indent="-228600" lvl="5" marL="2743200" algn="l">
              <a:lnSpc>
                <a:spcPct val="90000"/>
              </a:lnSpc>
              <a:spcBef>
                <a:spcPts val="400"/>
              </a:spcBef>
              <a:spcAft>
                <a:spcPts val="0"/>
              </a:spcAft>
              <a:buClr>
                <a:schemeClr val="dk1"/>
              </a:buClr>
              <a:buSzPts val="800"/>
              <a:buNone/>
              <a:defRPr sz="800"/>
            </a:lvl6pPr>
            <a:lvl7pPr indent="-228600" lvl="6" marL="3200400" algn="l">
              <a:lnSpc>
                <a:spcPct val="90000"/>
              </a:lnSpc>
              <a:spcBef>
                <a:spcPts val="400"/>
              </a:spcBef>
              <a:spcAft>
                <a:spcPts val="0"/>
              </a:spcAft>
              <a:buClr>
                <a:schemeClr val="dk1"/>
              </a:buClr>
              <a:buSzPts val="800"/>
              <a:buNone/>
              <a:defRPr sz="800"/>
            </a:lvl7pPr>
            <a:lvl8pPr indent="-228600" lvl="7" marL="3657600" algn="l">
              <a:lnSpc>
                <a:spcPct val="90000"/>
              </a:lnSpc>
              <a:spcBef>
                <a:spcPts val="400"/>
              </a:spcBef>
              <a:spcAft>
                <a:spcPts val="0"/>
              </a:spcAft>
              <a:buClr>
                <a:schemeClr val="dk1"/>
              </a:buClr>
              <a:buSzPts val="800"/>
              <a:buNone/>
              <a:defRPr sz="800"/>
            </a:lvl8pPr>
            <a:lvl9pPr indent="-228600" lvl="8" marL="4114800" algn="l">
              <a:lnSpc>
                <a:spcPct val="90000"/>
              </a:lnSpc>
              <a:spcBef>
                <a:spcPts val="400"/>
              </a:spcBef>
              <a:spcAft>
                <a:spcPts val="0"/>
              </a:spcAft>
              <a:buClr>
                <a:schemeClr val="dk1"/>
              </a:buClr>
              <a:buSzPts val="800"/>
              <a:buNone/>
              <a:defRPr sz="800"/>
            </a:lvl9pPr>
          </a:lstStyle>
          <a:p/>
        </p:txBody>
      </p:sp>
      <p:sp>
        <p:nvSpPr>
          <p:cNvPr id="58" name="Google Shape;58;p9"/>
          <p:cNvSpPr txBox="1"/>
          <p:nvPr>
            <p:ph idx="10" type="dt"/>
          </p:nvPr>
        </p:nvSpPr>
        <p:spPr>
          <a:xfrm>
            <a:off x="628650" y="4767263"/>
            <a:ext cx="2057400" cy="273844"/>
          </a:xfrm>
          <a:prstGeom prst="rect">
            <a:avLst/>
          </a:prstGeom>
          <a:noFill/>
          <a:ln>
            <a:noFill/>
          </a:ln>
        </p:spPr>
        <p:txBody>
          <a:bodyPr anchorCtr="0" anchor="ctr" bIns="34275" lIns="68575" spcFirstLastPara="1" rIns="68575" wrap="square" tIns="34275">
            <a:noAutofit/>
          </a:bodyPr>
          <a:lstStyle>
            <a:lvl1pPr lvl="0" algn="l">
              <a:lnSpc>
                <a:spcPct val="100000"/>
              </a:lnSpc>
              <a:spcBef>
                <a:spcPts val="0"/>
              </a:spcBef>
              <a:spcAft>
                <a:spcPts val="0"/>
              </a:spcAft>
              <a:buSzPts val="1100"/>
              <a:buNone/>
              <a:defRPr/>
            </a:lvl1pPr>
            <a:lvl2pPr lvl="1" algn="l">
              <a:lnSpc>
                <a:spcPct val="100000"/>
              </a:lnSpc>
              <a:spcBef>
                <a:spcPts val="0"/>
              </a:spcBef>
              <a:spcAft>
                <a:spcPts val="0"/>
              </a:spcAft>
              <a:buSzPts val="1100"/>
              <a:buNone/>
              <a:defRPr/>
            </a:lvl2pPr>
            <a:lvl3pPr lvl="2" algn="l">
              <a:lnSpc>
                <a:spcPct val="100000"/>
              </a:lnSpc>
              <a:spcBef>
                <a:spcPts val="0"/>
              </a:spcBef>
              <a:spcAft>
                <a:spcPts val="0"/>
              </a:spcAft>
              <a:buSzPts val="1100"/>
              <a:buNone/>
              <a:defRPr/>
            </a:lvl3pPr>
            <a:lvl4pPr lvl="3" algn="l">
              <a:lnSpc>
                <a:spcPct val="100000"/>
              </a:lnSpc>
              <a:spcBef>
                <a:spcPts val="0"/>
              </a:spcBef>
              <a:spcAft>
                <a:spcPts val="0"/>
              </a:spcAft>
              <a:buSzPts val="1100"/>
              <a:buNone/>
              <a:defRPr/>
            </a:lvl4pPr>
            <a:lvl5pPr lvl="4" algn="l">
              <a:lnSpc>
                <a:spcPct val="100000"/>
              </a:lnSpc>
              <a:spcBef>
                <a:spcPts val="0"/>
              </a:spcBef>
              <a:spcAft>
                <a:spcPts val="0"/>
              </a:spcAft>
              <a:buSzPts val="1100"/>
              <a:buNone/>
              <a:defRPr/>
            </a:lvl5pPr>
            <a:lvl6pPr lvl="5" algn="l">
              <a:lnSpc>
                <a:spcPct val="100000"/>
              </a:lnSpc>
              <a:spcBef>
                <a:spcPts val="0"/>
              </a:spcBef>
              <a:spcAft>
                <a:spcPts val="0"/>
              </a:spcAft>
              <a:buSzPts val="1100"/>
              <a:buNone/>
              <a:defRPr/>
            </a:lvl6pPr>
            <a:lvl7pPr lvl="6" algn="l">
              <a:lnSpc>
                <a:spcPct val="100000"/>
              </a:lnSpc>
              <a:spcBef>
                <a:spcPts val="0"/>
              </a:spcBef>
              <a:spcAft>
                <a:spcPts val="0"/>
              </a:spcAft>
              <a:buSzPts val="1100"/>
              <a:buNone/>
              <a:defRPr/>
            </a:lvl7pPr>
            <a:lvl8pPr lvl="7" algn="l">
              <a:lnSpc>
                <a:spcPct val="100000"/>
              </a:lnSpc>
              <a:spcBef>
                <a:spcPts val="0"/>
              </a:spcBef>
              <a:spcAft>
                <a:spcPts val="0"/>
              </a:spcAft>
              <a:buSzPts val="1100"/>
              <a:buNone/>
              <a:defRPr/>
            </a:lvl8pPr>
            <a:lvl9pPr lvl="8" algn="l">
              <a:lnSpc>
                <a:spcPct val="100000"/>
              </a:lnSpc>
              <a:spcBef>
                <a:spcPts val="0"/>
              </a:spcBef>
              <a:spcAft>
                <a:spcPts val="0"/>
              </a:spcAft>
              <a:buSzPts val="1100"/>
              <a:buNone/>
              <a:defRPr/>
            </a:lvl9pPr>
          </a:lstStyle>
          <a:p/>
        </p:txBody>
      </p:sp>
      <p:sp>
        <p:nvSpPr>
          <p:cNvPr id="59" name="Google Shape;59;p9"/>
          <p:cNvSpPr txBox="1"/>
          <p:nvPr>
            <p:ph idx="11" type="ftr"/>
          </p:nvPr>
        </p:nvSpPr>
        <p:spPr>
          <a:xfrm>
            <a:off x="3028950" y="4767263"/>
            <a:ext cx="3086100" cy="273844"/>
          </a:xfrm>
          <a:prstGeom prst="rect">
            <a:avLst/>
          </a:prstGeom>
          <a:noFill/>
          <a:ln>
            <a:noFill/>
          </a:ln>
        </p:spPr>
        <p:txBody>
          <a:bodyPr anchorCtr="0" anchor="ctr" bIns="34275" lIns="68575" spcFirstLastPara="1" rIns="68575" wrap="square" tIns="34275">
            <a:noAutofit/>
          </a:bodyPr>
          <a:lstStyle>
            <a:lvl1pPr lvl="0" algn="ctr">
              <a:lnSpc>
                <a:spcPct val="100000"/>
              </a:lnSpc>
              <a:spcBef>
                <a:spcPts val="0"/>
              </a:spcBef>
              <a:spcAft>
                <a:spcPts val="0"/>
              </a:spcAft>
              <a:buSzPts val="1100"/>
              <a:buNone/>
              <a:defRPr/>
            </a:lvl1pPr>
            <a:lvl2pPr lvl="1" algn="l">
              <a:lnSpc>
                <a:spcPct val="100000"/>
              </a:lnSpc>
              <a:spcBef>
                <a:spcPts val="0"/>
              </a:spcBef>
              <a:spcAft>
                <a:spcPts val="0"/>
              </a:spcAft>
              <a:buSzPts val="1100"/>
              <a:buNone/>
              <a:defRPr/>
            </a:lvl2pPr>
            <a:lvl3pPr lvl="2" algn="l">
              <a:lnSpc>
                <a:spcPct val="100000"/>
              </a:lnSpc>
              <a:spcBef>
                <a:spcPts val="0"/>
              </a:spcBef>
              <a:spcAft>
                <a:spcPts val="0"/>
              </a:spcAft>
              <a:buSzPts val="1100"/>
              <a:buNone/>
              <a:defRPr/>
            </a:lvl3pPr>
            <a:lvl4pPr lvl="3" algn="l">
              <a:lnSpc>
                <a:spcPct val="100000"/>
              </a:lnSpc>
              <a:spcBef>
                <a:spcPts val="0"/>
              </a:spcBef>
              <a:spcAft>
                <a:spcPts val="0"/>
              </a:spcAft>
              <a:buSzPts val="1100"/>
              <a:buNone/>
              <a:defRPr/>
            </a:lvl4pPr>
            <a:lvl5pPr lvl="4" algn="l">
              <a:lnSpc>
                <a:spcPct val="100000"/>
              </a:lnSpc>
              <a:spcBef>
                <a:spcPts val="0"/>
              </a:spcBef>
              <a:spcAft>
                <a:spcPts val="0"/>
              </a:spcAft>
              <a:buSzPts val="1100"/>
              <a:buNone/>
              <a:defRPr/>
            </a:lvl5pPr>
            <a:lvl6pPr lvl="5" algn="l">
              <a:lnSpc>
                <a:spcPct val="100000"/>
              </a:lnSpc>
              <a:spcBef>
                <a:spcPts val="0"/>
              </a:spcBef>
              <a:spcAft>
                <a:spcPts val="0"/>
              </a:spcAft>
              <a:buSzPts val="1100"/>
              <a:buNone/>
              <a:defRPr/>
            </a:lvl6pPr>
            <a:lvl7pPr lvl="6" algn="l">
              <a:lnSpc>
                <a:spcPct val="100000"/>
              </a:lnSpc>
              <a:spcBef>
                <a:spcPts val="0"/>
              </a:spcBef>
              <a:spcAft>
                <a:spcPts val="0"/>
              </a:spcAft>
              <a:buSzPts val="1100"/>
              <a:buNone/>
              <a:defRPr/>
            </a:lvl7pPr>
            <a:lvl8pPr lvl="7" algn="l">
              <a:lnSpc>
                <a:spcPct val="100000"/>
              </a:lnSpc>
              <a:spcBef>
                <a:spcPts val="0"/>
              </a:spcBef>
              <a:spcAft>
                <a:spcPts val="0"/>
              </a:spcAft>
              <a:buSzPts val="1100"/>
              <a:buNone/>
              <a:defRPr/>
            </a:lvl8pPr>
            <a:lvl9pPr lvl="8" algn="l">
              <a:lnSpc>
                <a:spcPct val="100000"/>
              </a:lnSpc>
              <a:spcBef>
                <a:spcPts val="0"/>
              </a:spcBef>
              <a:spcAft>
                <a:spcPts val="0"/>
              </a:spcAft>
              <a:buSzPts val="1100"/>
              <a:buNone/>
              <a:defRPr/>
            </a:lvl9pPr>
          </a:lstStyle>
          <a:p/>
        </p:txBody>
      </p:sp>
      <p:sp>
        <p:nvSpPr>
          <p:cNvPr id="60" name="Google Shape;60;p9"/>
          <p:cNvSpPr txBox="1"/>
          <p:nvPr>
            <p:ph idx="12" type="sldNum"/>
          </p:nvPr>
        </p:nvSpPr>
        <p:spPr>
          <a:xfrm>
            <a:off x="6457950" y="4767263"/>
            <a:ext cx="2057400" cy="273844"/>
          </a:xfrm>
          <a:prstGeom prst="rect">
            <a:avLst/>
          </a:prstGeom>
          <a:noFill/>
          <a:ln>
            <a:noFill/>
          </a:ln>
        </p:spPr>
        <p:txBody>
          <a:bodyPr anchorCtr="0" anchor="ctr" bIns="34275" lIns="68575" spcFirstLastPara="1" rIns="68575" wrap="square" tIns="34275">
            <a:noAutofit/>
          </a:bodyPr>
          <a:lstStyle>
            <a:lvl1pPr indent="0" lvl="0" marL="0" marR="0" algn="r">
              <a:lnSpc>
                <a:spcPct val="100000"/>
              </a:lnSpc>
              <a:spcBef>
                <a:spcPts val="0"/>
              </a:spcBef>
              <a:spcAft>
                <a:spcPts val="0"/>
              </a:spcAft>
              <a:buClr>
                <a:srgbClr val="000000"/>
              </a:buClr>
              <a:buSzPts val="900"/>
              <a:buFont typeface="Arial"/>
              <a:buNone/>
              <a:defRPr b="0" i="0" sz="900" u="none" cap="none" strike="noStrike">
                <a:solidFill>
                  <a:srgbClr val="757575"/>
                </a:solidFill>
                <a:latin typeface="Arial"/>
                <a:ea typeface="Arial"/>
                <a:cs typeface="Arial"/>
                <a:sym typeface="Arial"/>
              </a:defRPr>
            </a:lvl1pPr>
            <a:lvl2pPr indent="0" lvl="1" marL="0" marR="0" algn="r">
              <a:lnSpc>
                <a:spcPct val="100000"/>
              </a:lnSpc>
              <a:spcBef>
                <a:spcPts val="0"/>
              </a:spcBef>
              <a:spcAft>
                <a:spcPts val="0"/>
              </a:spcAft>
              <a:buClr>
                <a:srgbClr val="000000"/>
              </a:buClr>
              <a:buSzPts val="900"/>
              <a:buFont typeface="Arial"/>
              <a:buNone/>
              <a:defRPr b="0" i="0" sz="900" u="none" cap="none" strike="noStrike">
                <a:solidFill>
                  <a:srgbClr val="757575"/>
                </a:solidFill>
                <a:latin typeface="Arial"/>
                <a:ea typeface="Arial"/>
                <a:cs typeface="Arial"/>
                <a:sym typeface="Arial"/>
              </a:defRPr>
            </a:lvl2pPr>
            <a:lvl3pPr indent="0" lvl="2" marL="0" marR="0" algn="r">
              <a:lnSpc>
                <a:spcPct val="100000"/>
              </a:lnSpc>
              <a:spcBef>
                <a:spcPts val="0"/>
              </a:spcBef>
              <a:spcAft>
                <a:spcPts val="0"/>
              </a:spcAft>
              <a:buClr>
                <a:srgbClr val="000000"/>
              </a:buClr>
              <a:buSzPts val="900"/>
              <a:buFont typeface="Arial"/>
              <a:buNone/>
              <a:defRPr b="0" i="0" sz="900" u="none" cap="none" strike="noStrike">
                <a:solidFill>
                  <a:srgbClr val="757575"/>
                </a:solidFill>
                <a:latin typeface="Arial"/>
                <a:ea typeface="Arial"/>
                <a:cs typeface="Arial"/>
                <a:sym typeface="Arial"/>
              </a:defRPr>
            </a:lvl3pPr>
            <a:lvl4pPr indent="0" lvl="3" marL="0" marR="0" algn="r">
              <a:lnSpc>
                <a:spcPct val="100000"/>
              </a:lnSpc>
              <a:spcBef>
                <a:spcPts val="0"/>
              </a:spcBef>
              <a:spcAft>
                <a:spcPts val="0"/>
              </a:spcAft>
              <a:buClr>
                <a:srgbClr val="000000"/>
              </a:buClr>
              <a:buSzPts val="900"/>
              <a:buFont typeface="Arial"/>
              <a:buNone/>
              <a:defRPr b="0" i="0" sz="900" u="none" cap="none" strike="noStrike">
                <a:solidFill>
                  <a:srgbClr val="757575"/>
                </a:solidFill>
                <a:latin typeface="Arial"/>
                <a:ea typeface="Arial"/>
                <a:cs typeface="Arial"/>
                <a:sym typeface="Arial"/>
              </a:defRPr>
            </a:lvl4pPr>
            <a:lvl5pPr indent="0" lvl="4" marL="0" marR="0" algn="r">
              <a:lnSpc>
                <a:spcPct val="100000"/>
              </a:lnSpc>
              <a:spcBef>
                <a:spcPts val="0"/>
              </a:spcBef>
              <a:spcAft>
                <a:spcPts val="0"/>
              </a:spcAft>
              <a:buClr>
                <a:srgbClr val="000000"/>
              </a:buClr>
              <a:buSzPts val="900"/>
              <a:buFont typeface="Arial"/>
              <a:buNone/>
              <a:defRPr b="0" i="0" sz="900" u="none" cap="none" strike="noStrike">
                <a:solidFill>
                  <a:srgbClr val="757575"/>
                </a:solidFill>
                <a:latin typeface="Arial"/>
                <a:ea typeface="Arial"/>
                <a:cs typeface="Arial"/>
                <a:sym typeface="Arial"/>
              </a:defRPr>
            </a:lvl5pPr>
            <a:lvl6pPr indent="0" lvl="5" marL="0" marR="0" algn="r">
              <a:lnSpc>
                <a:spcPct val="100000"/>
              </a:lnSpc>
              <a:spcBef>
                <a:spcPts val="0"/>
              </a:spcBef>
              <a:spcAft>
                <a:spcPts val="0"/>
              </a:spcAft>
              <a:buClr>
                <a:srgbClr val="000000"/>
              </a:buClr>
              <a:buSzPts val="900"/>
              <a:buFont typeface="Arial"/>
              <a:buNone/>
              <a:defRPr b="0" i="0" sz="900" u="none" cap="none" strike="noStrike">
                <a:solidFill>
                  <a:srgbClr val="757575"/>
                </a:solidFill>
                <a:latin typeface="Arial"/>
                <a:ea typeface="Arial"/>
                <a:cs typeface="Arial"/>
                <a:sym typeface="Arial"/>
              </a:defRPr>
            </a:lvl6pPr>
            <a:lvl7pPr indent="0" lvl="6" marL="0" marR="0" algn="r">
              <a:lnSpc>
                <a:spcPct val="100000"/>
              </a:lnSpc>
              <a:spcBef>
                <a:spcPts val="0"/>
              </a:spcBef>
              <a:spcAft>
                <a:spcPts val="0"/>
              </a:spcAft>
              <a:buClr>
                <a:srgbClr val="000000"/>
              </a:buClr>
              <a:buSzPts val="900"/>
              <a:buFont typeface="Arial"/>
              <a:buNone/>
              <a:defRPr b="0" i="0" sz="900" u="none" cap="none" strike="noStrike">
                <a:solidFill>
                  <a:srgbClr val="757575"/>
                </a:solidFill>
                <a:latin typeface="Arial"/>
                <a:ea typeface="Arial"/>
                <a:cs typeface="Arial"/>
                <a:sym typeface="Arial"/>
              </a:defRPr>
            </a:lvl7pPr>
            <a:lvl8pPr indent="0" lvl="7" marL="0" marR="0" algn="r">
              <a:lnSpc>
                <a:spcPct val="100000"/>
              </a:lnSpc>
              <a:spcBef>
                <a:spcPts val="0"/>
              </a:spcBef>
              <a:spcAft>
                <a:spcPts val="0"/>
              </a:spcAft>
              <a:buClr>
                <a:srgbClr val="000000"/>
              </a:buClr>
              <a:buSzPts val="900"/>
              <a:buFont typeface="Arial"/>
              <a:buNone/>
              <a:defRPr b="0" i="0" sz="900" u="none" cap="none" strike="noStrike">
                <a:solidFill>
                  <a:srgbClr val="757575"/>
                </a:solidFill>
                <a:latin typeface="Arial"/>
                <a:ea typeface="Arial"/>
                <a:cs typeface="Arial"/>
                <a:sym typeface="Arial"/>
              </a:defRPr>
            </a:lvl8pPr>
            <a:lvl9pPr indent="0" lvl="8" marL="0" marR="0" algn="r">
              <a:lnSpc>
                <a:spcPct val="100000"/>
              </a:lnSpc>
              <a:spcBef>
                <a:spcPts val="0"/>
              </a:spcBef>
              <a:spcAft>
                <a:spcPts val="0"/>
              </a:spcAft>
              <a:buClr>
                <a:srgbClr val="000000"/>
              </a:buClr>
              <a:buSzPts val="900"/>
              <a:buFont typeface="Arial"/>
              <a:buNone/>
              <a:defRPr b="0" i="0" sz="900" u="none" cap="none" strike="noStrike">
                <a:solidFill>
                  <a:srgbClr val="757575"/>
                </a:solidFill>
                <a:latin typeface="Arial"/>
                <a:ea typeface="Arial"/>
                <a:cs typeface="Arial"/>
                <a:sym typeface="Arial"/>
              </a:defRPr>
            </a:lvl9pPr>
          </a:lstStyle>
          <a:p>
            <a:pPr indent="0" lvl="0" marL="0" rtl="0" algn="r">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Picture with Caption" type="picTx">
  <p:cSld name="PICTURE_WITH_CAPTION_TEXT">
    <p:spTree>
      <p:nvGrpSpPr>
        <p:cNvPr id="61" name="Shape 61"/>
        <p:cNvGrpSpPr/>
        <p:nvPr/>
      </p:nvGrpSpPr>
      <p:grpSpPr>
        <a:xfrm>
          <a:off x="0" y="0"/>
          <a:ext cx="0" cy="0"/>
          <a:chOff x="0" y="0"/>
          <a:chExt cx="0" cy="0"/>
        </a:xfrm>
      </p:grpSpPr>
      <p:sp>
        <p:nvSpPr>
          <p:cNvPr id="62" name="Google Shape;62;p10"/>
          <p:cNvSpPr txBox="1"/>
          <p:nvPr>
            <p:ph type="title"/>
          </p:nvPr>
        </p:nvSpPr>
        <p:spPr>
          <a:xfrm>
            <a:off x="629841" y="342900"/>
            <a:ext cx="2949178" cy="1200150"/>
          </a:xfrm>
          <a:prstGeom prst="rect">
            <a:avLst/>
          </a:prstGeom>
          <a:noFill/>
          <a:ln>
            <a:noFill/>
          </a:ln>
        </p:spPr>
        <p:txBody>
          <a:bodyPr anchorCtr="0" anchor="b" bIns="34275" lIns="68575" spcFirstLastPara="1" rIns="68575" wrap="square" tIns="34275">
            <a:normAutofit/>
          </a:bodyPr>
          <a:lstStyle>
            <a:lvl1pPr lvl="0" algn="l">
              <a:lnSpc>
                <a:spcPct val="90000"/>
              </a:lnSpc>
              <a:spcBef>
                <a:spcPts val="0"/>
              </a:spcBef>
              <a:spcAft>
                <a:spcPts val="0"/>
              </a:spcAft>
              <a:buClr>
                <a:schemeClr val="dk1"/>
              </a:buClr>
              <a:buSzPts val="2400"/>
              <a:buFont typeface="Play"/>
              <a:buNone/>
              <a:defRPr sz="2400"/>
            </a:lvl1pPr>
            <a:lvl2pPr lvl="1" algn="l">
              <a:lnSpc>
                <a:spcPct val="100000"/>
              </a:lnSpc>
              <a:spcBef>
                <a:spcPts val="0"/>
              </a:spcBef>
              <a:spcAft>
                <a:spcPts val="0"/>
              </a:spcAft>
              <a:buSzPts val="1100"/>
              <a:buNone/>
              <a:defRPr/>
            </a:lvl2pPr>
            <a:lvl3pPr lvl="2" algn="l">
              <a:lnSpc>
                <a:spcPct val="100000"/>
              </a:lnSpc>
              <a:spcBef>
                <a:spcPts val="0"/>
              </a:spcBef>
              <a:spcAft>
                <a:spcPts val="0"/>
              </a:spcAft>
              <a:buSzPts val="1100"/>
              <a:buNone/>
              <a:defRPr/>
            </a:lvl3pPr>
            <a:lvl4pPr lvl="3" algn="l">
              <a:lnSpc>
                <a:spcPct val="100000"/>
              </a:lnSpc>
              <a:spcBef>
                <a:spcPts val="0"/>
              </a:spcBef>
              <a:spcAft>
                <a:spcPts val="0"/>
              </a:spcAft>
              <a:buSzPts val="1100"/>
              <a:buNone/>
              <a:defRPr/>
            </a:lvl4pPr>
            <a:lvl5pPr lvl="4" algn="l">
              <a:lnSpc>
                <a:spcPct val="100000"/>
              </a:lnSpc>
              <a:spcBef>
                <a:spcPts val="0"/>
              </a:spcBef>
              <a:spcAft>
                <a:spcPts val="0"/>
              </a:spcAft>
              <a:buSzPts val="1100"/>
              <a:buNone/>
              <a:defRPr/>
            </a:lvl5pPr>
            <a:lvl6pPr lvl="5" algn="l">
              <a:lnSpc>
                <a:spcPct val="100000"/>
              </a:lnSpc>
              <a:spcBef>
                <a:spcPts val="0"/>
              </a:spcBef>
              <a:spcAft>
                <a:spcPts val="0"/>
              </a:spcAft>
              <a:buSzPts val="1100"/>
              <a:buNone/>
              <a:defRPr/>
            </a:lvl6pPr>
            <a:lvl7pPr lvl="6" algn="l">
              <a:lnSpc>
                <a:spcPct val="100000"/>
              </a:lnSpc>
              <a:spcBef>
                <a:spcPts val="0"/>
              </a:spcBef>
              <a:spcAft>
                <a:spcPts val="0"/>
              </a:spcAft>
              <a:buSzPts val="1100"/>
              <a:buNone/>
              <a:defRPr/>
            </a:lvl7pPr>
            <a:lvl8pPr lvl="7" algn="l">
              <a:lnSpc>
                <a:spcPct val="100000"/>
              </a:lnSpc>
              <a:spcBef>
                <a:spcPts val="0"/>
              </a:spcBef>
              <a:spcAft>
                <a:spcPts val="0"/>
              </a:spcAft>
              <a:buSzPts val="1100"/>
              <a:buNone/>
              <a:defRPr/>
            </a:lvl8pPr>
            <a:lvl9pPr lvl="8" algn="l">
              <a:lnSpc>
                <a:spcPct val="100000"/>
              </a:lnSpc>
              <a:spcBef>
                <a:spcPts val="0"/>
              </a:spcBef>
              <a:spcAft>
                <a:spcPts val="0"/>
              </a:spcAft>
              <a:buSzPts val="1100"/>
              <a:buNone/>
              <a:defRPr/>
            </a:lvl9pPr>
          </a:lstStyle>
          <a:p/>
        </p:txBody>
      </p:sp>
      <p:sp>
        <p:nvSpPr>
          <p:cNvPr id="63" name="Google Shape;63;p10"/>
          <p:cNvSpPr/>
          <p:nvPr>
            <p:ph idx="2" type="pic"/>
          </p:nvPr>
        </p:nvSpPr>
        <p:spPr>
          <a:xfrm>
            <a:off x="3887391" y="740569"/>
            <a:ext cx="4629150" cy="3655219"/>
          </a:xfrm>
          <a:prstGeom prst="rect">
            <a:avLst/>
          </a:prstGeom>
          <a:noFill/>
          <a:ln>
            <a:noFill/>
          </a:ln>
        </p:spPr>
      </p:sp>
      <p:sp>
        <p:nvSpPr>
          <p:cNvPr id="64" name="Google Shape;64;p10"/>
          <p:cNvSpPr txBox="1"/>
          <p:nvPr>
            <p:ph idx="1" type="body"/>
          </p:nvPr>
        </p:nvSpPr>
        <p:spPr>
          <a:xfrm>
            <a:off x="629841" y="1543050"/>
            <a:ext cx="2949178" cy="2858691"/>
          </a:xfrm>
          <a:prstGeom prst="rect">
            <a:avLst/>
          </a:prstGeom>
          <a:noFill/>
          <a:ln>
            <a:noFill/>
          </a:ln>
        </p:spPr>
        <p:txBody>
          <a:bodyPr anchorCtr="0" anchor="t" bIns="34275" lIns="68575" spcFirstLastPara="1" rIns="68575" wrap="square" tIns="34275">
            <a:normAutofit/>
          </a:bodyPr>
          <a:lstStyle>
            <a:lvl1pPr indent="-228600" lvl="0" marL="457200" algn="l">
              <a:lnSpc>
                <a:spcPct val="90000"/>
              </a:lnSpc>
              <a:spcBef>
                <a:spcPts val="800"/>
              </a:spcBef>
              <a:spcAft>
                <a:spcPts val="0"/>
              </a:spcAft>
              <a:buClr>
                <a:schemeClr val="dk1"/>
              </a:buClr>
              <a:buSzPts val="1200"/>
              <a:buNone/>
              <a:defRPr sz="1200"/>
            </a:lvl1pPr>
            <a:lvl2pPr indent="-228600" lvl="1" marL="914400" algn="l">
              <a:lnSpc>
                <a:spcPct val="90000"/>
              </a:lnSpc>
              <a:spcBef>
                <a:spcPts val="400"/>
              </a:spcBef>
              <a:spcAft>
                <a:spcPts val="0"/>
              </a:spcAft>
              <a:buClr>
                <a:schemeClr val="dk1"/>
              </a:buClr>
              <a:buSzPts val="1100"/>
              <a:buNone/>
              <a:defRPr sz="1100"/>
            </a:lvl2pPr>
            <a:lvl3pPr indent="-228600" lvl="2" marL="1371600" algn="l">
              <a:lnSpc>
                <a:spcPct val="90000"/>
              </a:lnSpc>
              <a:spcBef>
                <a:spcPts val="400"/>
              </a:spcBef>
              <a:spcAft>
                <a:spcPts val="0"/>
              </a:spcAft>
              <a:buClr>
                <a:schemeClr val="dk1"/>
              </a:buClr>
              <a:buSzPts val="900"/>
              <a:buNone/>
              <a:defRPr sz="900"/>
            </a:lvl3pPr>
            <a:lvl4pPr indent="-228600" lvl="3" marL="1828800" algn="l">
              <a:lnSpc>
                <a:spcPct val="90000"/>
              </a:lnSpc>
              <a:spcBef>
                <a:spcPts val="400"/>
              </a:spcBef>
              <a:spcAft>
                <a:spcPts val="0"/>
              </a:spcAft>
              <a:buClr>
                <a:schemeClr val="dk1"/>
              </a:buClr>
              <a:buSzPts val="800"/>
              <a:buNone/>
              <a:defRPr sz="800"/>
            </a:lvl4pPr>
            <a:lvl5pPr indent="-228600" lvl="4" marL="2286000" algn="l">
              <a:lnSpc>
                <a:spcPct val="90000"/>
              </a:lnSpc>
              <a:spcBef>
                <a:spcPts val="400"/>
              </a:spcBef>
              <a:spcAft>
                <a:spcPts val="0"/>
              </a:spcAft>
              <a:buClr>
                <a:schemeClr val="dk1"/>
              </a:buClr>
              <a:buSzPts val="800"/>
              <a:buNone/>
              <a:defRPr sz="800"/>
            </a:lvl5pPr>
            <a:lvl6pPr indent="-228600" lvl="5" marL="2743200" algn="l">
              <a:lnSpc>
                <a:spcPct val="90000"/>
              </a:lnSpc>
              <a:spcBef>
                <a:spcPts val="400"/>
              </a:spcBef>
              <a:spcAft>
                <a:spcPts val="0"/>
              </a:spcAft>
              <a:buClr>
                <a:schemeClr val="dk1"/>
              </a:buClr>
              <a:buSzPts val="800"/>
              <a:buNone/>
              <a:defRPr sz="800"/>
            </a:lvl6pPr>
            <a:lvl7pPr indent="-228600" lvl="6" marL="3200400" algn="l">
              <a:lnSpc>
                <a:spcPct val="90000"/>
              </a:lnSpc>
              <a:spcBef>
                <a:spcPts val="400"/>
              </a:spcBef>
              <a:spcAft>
                <a:spcPts val="0"/>
              </a:spcAft>
              <a:buClr>
                <a:schemeClr val="dk1"/>
              </a:buClr>
              <a:buSzPts val="800"/>
              <a:buNone/>
              <a:defRPr sz="800"/>
            </a:lvl7pPr>
            <a:lvl8pPr indent="-228600" lvl="7" marL="3657600" algn="l">
              <a:lnSpc>
                <a:spcPct val="90000"/>
              </a:lnSpc>
              <a:spcBef>
                <a:spcPts val="400"/>
              </a:spcBef>
              <a:spcAft>
                <a:spcPts val="0"/>
              </a:spcAft>
              <a:buClr>
                <a:schemeClr val="dk1"/>
              </a:buClr>
              <a:buSzPts val="800"/>
              <a:buNone/>
              <a:defRPr sz="800"/>
            </a:lvl8pPr>
            <a:lvl9pPr indent="-228600" lvl="8" marL="4114800" algn="l">
              <a:lnSpc>
                <a:spcPct val="90000"/>
              </a:lnSpc>
              <a:spcBef>
                <a:spcPts val="400"/>
              </a:spcBef>
              <a:spcAft>
                <a:spcPts val="0"/>
              </a:spcAft>
              <a:buClr>
                <a:schemeClr val="dk1"/>
              </a:buClr>
              <a:buSzPts val="800"/>
              <a:buNone/>
              <a:defRPr sz="800"/>
            </a:lvl9pPr>
          </a:lstStyle>
          <a:p/>
        </p:txBody>
      </p:sp>
      <p:sp>
        <p:nvSpPr>
          <p:cNvPr id="65" name="Google Shape;65;p10"/>
          <p:cNvSpPr txBox="1"/>
          <p:nvPr>
            <p:ph idx="10" type="dt"/>
          </p:nvPr>
        </p:nvSpPr>
        <p:spPr>
          <a:xfrm>
            <a:off x="628650" y="4767263"/>
            <a:ext cx="2057400" cy="273844"/>
          </a:xfrm>
          <a:prstGeom prst="rect">
            <a:avLst/>
          </a:prstGeom>
          <a:noFill/>
          <a:ln>
            <a:noFill/>
          </a:ln>
        </p:spPr>
        <p:txBody>
          <a:bodyPr anchorCtr="0" anchor="ctr" bIns="34275" lIns="68575" spcFirstLastPara="1" rIns="68575" wrap="square" tIns="34275">
            <a:noAutofit/>
          </a:bodyPr>
          <a:lstStyle>
            <a:lvl1pPr lvl="0" algn="l">
              <a:lnSpc>
                <a:spcPct val="100000"/>
              </a:lnSpc>
              <a:spcBef>
                <a:spcPts val="0"/>
              </a:spcBef>
              <a:spcAft>
                <a:spcPts val="0"/>
              </a:spcAft>
              <a:buSzPts val="1100"/>
              <a:buNone/>
              <a:defRPr/>
            </a:lvl1pPr>
            <a:lvl2pPr lvl="1" algn="l">
              <a:lnSpc>
                <a:spcPct val="100000"/>
              </a:lnSpc>
              <a:spcBef>
                <a:spcPts val="0"/>
              </a:spcBef>
              <a:spcAft>
                <a:spcPts val="0"/>
              </a:spcAft>
              <a:buSzPts val="1100"/>
              <a:buNone/>
              <a:defRPr/>
            </a:lvl2pPr>
            <a:lvl3pPr lvl="2" algn="l">
              <a:lnSpc>
                <a:spcPct val="100000"/>
              </a:lnSpc>
              <a:spcBef>
                <a:spcPts val="0"/>
              </a:spcBef>
              <a:spcAft>
                <a:spcPts val="0"/>
              </a:spcAft>
              <a:buSzPts val="1100"/>
              <a:buNone/>
              <a:defRPr/>
            </a:lvl3pPr>
            <a:lvl4pPr lvl="3" algn="l">
              <a:lnSpc>
                <a:spcPct val="100000"/>
              </a:lnSpc>
              <a:spcBef>
                <a:spcPts val="0"/>
              </a:spcBef>
              <a:spcAft>
                <a:spcPts val="0"/>
              </a:spcAft>
              <a:buSzPts val="1100"/>
              <a:buNone/>
              <a:defRPr/>
            </a:lvl4pPr>
            <a:lvl5pPr lvl="4" algn="l">
              <a:lnSpc>
                <a:spcPct val="100000"/>
              </a:lnSpc>
              <a:spcBef>
                <a:spcPts val="0"/>
              </a:spcBef>
              <a:spcAft>
                <a:spcPts val="0"/>
              </a:spcAft>
              <a:buSzPts val="1100"/>
              <a:buNone/>
              <a:defRPr/>
            </a:lvl5pPr>
            <a:lvl6pPr lvl="5" algn="l">
              <a:lnSpc>
                <a:spcPct val="100000"/>
              </a:lnSpc>
              <a:spcBef>
                <a:spcPts val="0"/>
              </a:spcBef>
              <a:spcAft>
                <a:spcPts val="0"/>
              </a:spcAft>
              <a:buSzPts val="1100"/>
              <a:buNone/>
              <a:defRPr/>
            </a:lvl6pPr>
            <a:lvl7pPr lvl="6" algn="l">
              <a:lnSpc>
                <a:spcPct val="100000"/>
              </a:lnSpc>
              <a:spcBef>
                <a:spcPts val="0"/>
              </a:spcBef>
              <a:spcAft>
                <a:spcPts val="0"/>
              </a:spcAft>
              <a:buSzPts val="1100"/>
              <a:buNone/>
              <a:defRPr/>
            </a:lvl7pPr>
            <a:lvl8pPr lvl="7" algn="l">
              <a:lnSpc>
                <a:spcPct val="100000"/>
              </a:lnSpc>
              <a:spcBef>
                <a:spcPts val="0"/>
              </a:spcBef>
              <a:spcAft>
                <a:spcPts val="0"/>
              </a:spcAft>
              <a:buSzPts val="1100"/>
              <a:buNone/>
              <a:defRPr/>
            </a:lvl8pPr>
            <a:lvl9pPr lvl="8" algn="l">
              <a:lnSpc>
                <a:spcPct val="100000"/>
              </a:lnSpc>
              <a:spcBef>
                <a:spcPts val="0"/>
              </a:spcBef>
              <a:spcAft>
                <a:spcPts val="0"/>
              </a:spcAft>
              <a:buSzPts val="1100"/>
              <a:buNone/>
              <a:defRPr/>
            </a:lvl9pPr>
          </a:lstStyle>
          <a:p/>
        </p:txBody>
      </p:sp>
      <p:sp>
        <p:nvSpPr>
          <p:cNvPr id="66" name="Google Shape;66;p10"/>
          <p:cNvSpPr txBox="1"/>
          <p:nvPr>
            <p:ph idx="11" type="ftr"/>
          </p:nvPr>
        </p:nvSpPr>
        <p:spPr>
          <a:xfrm>
            <a:off x="3028950" y="4767263"/>
            <a:ext cx="3086100" cy="273844"/>
          </a:xfrm>
          <a:prstGeom prst="rect">
            <a:avLst/>
          </a:prstGeom>
          <a:noFill/>
          <a:ln>
            <a:noFill/>
          </a:ln>
        </p:spPr>
        <p:txBody>
          <a:bodyPr anchorCtr="0" anchor="ctr" bIns="34275" lIns="68575" spcFirstLastPara="1" rIns="68575" wrap="square" tIns="34275">
            <a:noAutofit/>
          </a:bodyPr>
          <a:lstStyle>
            <a:lvl1pPr lvl="0" algn="ctr">
              <a:lnSpc>
                <a:spcPct val="100000"/>
              </a:lnSpc>
              <a:spcBef>
                <a:spcPts val="0"/>
              </a:spcBef>
              <a:spcAft>
                <a:spcPts val="0"/>
              </a:spcAft>
              <a:buSzPts val="1100"/>
              <a:buNone/>
              <a:defRPr/>
            </a:lvl1pPr>
            <a:lvl2pPr lvl="1" algn="l">
              <a:lnSpc>
                <a:spcPct val="100000"/>
              </a:lnSpc>
              <a:spcBef>
                <a:spcPts val="0"/>
              </a:spcBef>
              <a:spcAft>
                <a:spcPts val="0"/>
              </a:spcAft>
              <a:buSzPts val="1100"/>
              <a:buNone/>
              <a:defRPr/>
            </a:lvl2pPr>
            <a:lvl3pPr lvl="2" algn="l">
              <a:lnSpc>
                <a:spcPct val="100000"/>
              </a:lnSpc>
              <a:spcBef>
                <a:spcPts val="0"/>
              </a:spcBef>
              <a:spcAft>
                <a:spcPts val="0"/>
              </a:spcAft>
              <a:buSzPts val="1100"/>
              <a:buNone/>
              <a:defRPr/>
            </a:lvl3pPr>
            <a:lvl4pPr lvl="3" algn="l">
              <a:lnSpc>
                <a:spcPct val="100000"/>
              </a:lnSpc>
              <a:spcBef>
                <a:spcPts val="0"/>
              </a:spcBef>
              <a:spcAft>
                <a:spcPts val="0"/>
              </a:spcAft>
              <a:buSzPts val="1100"/>
              <a:buNone/>
              <a:defRPr/>
            </a:lvl4pPr>
            <a:lvl5pPr lvl="4" algn="l">
              <a:lnSpc>
                <a:spcPct val="100000"/>
              </a:lnSpc>
              <a:spcBef>
                <a:spcPts val="0"/>
              </a:spcBef>
              <a:spcAft>
                <a:spcPts val="0"/>
              </a:spcAft>
              <a:buSzPts val="1100"/>
              <a:buNone/>
              <a:defRPr/>
            </a:lvl5pPr>
            <a:lvl6pPr lvl="5" algn="l">
              <a:lnSpc>
                <a:spcPct val="100000"/>
              </a:lnSpc>
              <a:spcBef>
                <a:spcPts val="0"/>
              </a:spcBef>
              <a:spcAft>
                <a:spcPts val="0"/>
              </a:spcAft>
              <a:buSzPts val="1100"/>
              <a:buNone/>
              <a:defRPr/>
            </a:lvl6pPr>
            <a:lvl7pPr lvl="6" algn="l">
              <a:lnSpc>
                <a:spcPct val="100000"/>
              </a:lnSpc>
              <a:spcBef>
                <a:spcPts val="0"/>
              </a:spcBef>
              <a:spcAft>
                <a:spcPts val="0"/>
              </a:spcAft>
              <a:buSzPts val="1100"/>
              <a:buNone/>
              <a:defRPr/>
            </a:lvl7pPr>
            <a:lvl8pPr lvl="7" algn="l">
              <a:lnSpc>
                <a:spcPct val="100000"/>
              </a:lnSpc>
              <a:spcBef>
                <a:spcPts val="0"/>
              </a:spcBef>
              <a:spcAft>
                <a:spcPts val="0"/>
              </a:spcAft>
              <a:buSzPts val="1100"/>
              <a:buNone/>
              <a:defRPr/>
            </a:lvl8pPr>
            <a:lvl9pPr lvl="8" algn="l">
              <a:lnSpc>
                <a:spcPct val="100000"/>
              </a:lnSpc>
              <a:spcBef>
                <a:spcPts val="0"/>
              </a:spcBef>
              <a:spcAft>
                <a:spcPts val="0"/>
              </a:spcAft>
              <a:buSzPts val="1100"/>
              <a:buNone/>
              <a:defRPr/>
            </a:lvl9pPr>
          </a:lstStyle>
          <a:p/>
        </p:txBody>
      </p:sp>
      <p:sp>
        <p:nvSpPr>
          <p:cNvPr id="67" name="Google Shape;67;p10"/>
          <p:cNvSpPr txBox="1"/>
          <p:nvPr>
            <p:ph idx="12" type="sldNum"/>
          </p:nvPr>
        </p:nvSpPr>
        <p:spPr>
          <a:xfrm>
            <a:off x="6457950" y="4767263"/>
            <a:ext cx="2057400" cy="273844"/>
          </a:xfrm>
          <a:prstGeom prst="rect">
            <a:avLst/>
          </a:prstGeom>
          <a:noFill/>
          <a:ln>
            <a:noFill/>
          </a:ln>
        </p:spPr>
        <p:txBody>
          <a:bodyPr anchorCtr="0" anchor="ctr" bIns="34275" lIns="68575" spcFirstLastPara="1" rIns="68575" wrap="square" tIns="34275">
            <a:noAutofit/>
          </a:bodyPr>
          <a:lstStyle>
            <a:lvl1pPr indent="0" lvl="0" marL="0" marR="0" algn="r">
              <a:lnSpc>
                <a:spcPct val="100000"/>
              </a:lnSpc>
              <a:spcBef>
                <a:spcPts val="0"/>
              </a:spcBef>
              <a:spcAft>
                <a:spcPts val="0"/>
              </a:spcAft>
              <a:buClr>
                <a:srgbClr val="000000"/>
              </a:buClr>
              <a:buSzPts val="900"/>
              <a:buFont typeface="Arial"/>
              <a:buNone/>
              <a:defRPr b="0" i="0" sz="900" u="none" cap="none" strike="noStrike">
                <a:solidFill>
                  <a:srgbClr val="757575"/>
                </a:solidFill>
                <a:latin typeface="Arial"/>
                <a:ea typeface="Arial"/>
                <a:cs typeface="Arial"/>
                <a:sym typeface="Arial"/>
              </a:defRPr>
            </a:lvl1pPr>
            <a:lvl2pPr indent="0" lvl="1" marL="0" marR="0" algn="r">
              <a:lnSpc>
                <a:spcPct val="100000"/>
              </a:lnSpc>
              <a:spcBef>
                <a:spcPts val="0"/>
              </a:spcBef>
              <a:spcAft>
                <a:spcPts val="0"/>
              </a:spcAft>
              <a:buClr>
                <a:srgbClr val="000000"/>
              </a:buClr>
              <a:buSzPts val="900"/>
              <a:buFont typeface="Arial"/>
              <a:buNone/>
              <a:defRPr b="0" i="0" sz="900" u="none" cap="none" strike="noStrike">
                <a:solidFill>
                  <a:srgbClr val="757575"/>
                </a:solidFill>
                <a:latin typeface="Arial"/>
                <a:ea typeface="Arial"/>
                <a:cs typeface="Arial"/>
                <a:sym typeface="Arial"/>
              </a:defRPr>
            </a:lvl2pPr>
            <a:lvl3pPr indent="0" lvl="2" marL="0" marR="0" algn="r">
              <a:lnSpc>
                <a:spcPct val="100000"/>
              </a:lnSpc>
              <a:spcBef>
                <a:spcPts val="0"/>
              </a:spcBef>
              <a:spcAft>
                <a:spcPts val="0"/>
              </a:spcAft>
              <a:buClr>
                <a:srgbClr val="000000"/>
              </a:buClr>
              <a:buSzPts val="900"/>
              <a:buFont typeface="Arial"/>
              <a:buNone/>
              <a:defRPr b="0" i="0" sz="900" u="none" cap="none" strike="noStrike">
                <a:solidFill>
                  <a:srgbClr val="757575"/>
                </a:solidFill>
                <a:latin typeface="Arial"/>
                <a:ea typeface="Arial"/>
                <a:cs typeface="Arial"/>
                <a:sym typeface="Arial"/>
              </a:defRPr>
            </a:lvl3pPr>
            <a:lvl4pPr indent="0" lvl="3" marL="0" marR="0" algn="r">
              <a:lnSpc>
                <a:spcPct val="100000"/>
              </a:lnSpc>
              <a:spcBef>
                <a:spcPts val="0"/>
              </a:spcBef>
              <a:spcAft>
                <a:spcPts val="0"/>
              </a:spcAft>
              <a:buClr>
                <a:srgbClr val="000000"/>
              </a:buClr>
              <a:buSzPts val="900"/>
              <a:buFont typeface="Arial"/>
              <a:buNone/>
              <a:defRPr b="0" i="0" sz="900" u="none" cap="none" strike="noStrike">
                <a:solidFill>
                  <a:srgbClr val="757575"/>
                </a:solidFill>
                <a:latin typeface="Arial"/>
                <a:ea typeface="Arial"/>
                <a:cs typeface="Arial"/>
                <a:sym typeface="Arial"/>
              </a:defRPr>
            </a:lvl4pPr>
            <a:lvl5pPr indent="0" lvl="4" marL="0" marR="0" algn="r">
              <a:lnSpc>
                <a:spcPct val="100000"/>
              </a:lnSpc>
              <a:spcBef>
                <a:spcPts val="0"/>
              </a:spcBef>
              <a:spcAft>
                <a:spcPts val="0"/>
              </a:spcAft>
              <a:buClr>
                <a:srgbClr val="000000"/>
              </a:buClr>
              <a:buSzPts val="900"/>
              <a:buFont typeface="Arial"/>
              <a:buNone/>
              <a:defRPr b="0" i="0" sz="900" u="none" cap="none" strike="noStrike">
                <a:solidFill>
                  <a:srgbClr val="757575"/>
                </a:solidFill>
                <a:latin typeface="Arial"/>
                <a:ea typeface="Arial"/>
                <a:cs typeface="Arial"/>
                <a:sym typeface="Arial"/>
              </a:defRPr>
            </a:lvl5pPr>
            <a:lvl6pPr indent="0" lvl="5" marL="0" marR="0" algn="r">
              <a:lnSpc>
                <a:spcPct val="100000"/>
              </a:lnSpc>
              <a:spcBef>
                <a:spcPts val="0"/>
              </a:spcBef>
              <a:spcAft>
                <a:spcPts val="0"/>
              </a:spcAft>
              <a:buClr>
                <a:srgbClr val="000000"/>
              </a:buClr>
              <a:buSzPts val="900"/>
              <a:buFont typeface="Arial"/>
              <a:buNone/>
              <a:defRPr b="0" i="0" sz="900" u="none" cap="none" strike="noStrike">
                <a:solidFill>
                  <a:srgbClr val="757575"/>
                </a:solidFill>
                <a:latin typeface="Arial"/>
                <a:ea typeface="Arial"/>
                <a:cs typeface="Arial"/>
                <a:sym typeface="Arial"/>
              </a:defRPr>
            </a:lvl6pPr>
            <a:lvl7pPr indent="0" lvl="6" marL="0" marR="0" algn="r">
              <a:lnSpc>
                <a:spcPct val="100000"/>
              </a:lnSpc>
              <a:spcBef>
                <a:spcPts val="0"/>
              </a:spcBef>
              <a:spcAft>
                <a:spcPts val="0"/>
              </a:spcAft>
              <a:buClr>
                <a:srgbClr val="000000"/>
              </a:buClr>
              <a:buSzPts val="900"/>
              <a:buFont typeface="Arial"/>
              <a:buNone/>
              <a:defRPr b="0" i="0" sz="900" u="none" cap="none" strike="noStrike">
                <a:solidFill>
                  <a:srgbClr val="757575"/>
                </a:solidFill>
                <a:latin typeface="Arial"/>
                <a:ea typeface="Arial"/>
                <a:cs typeface="Arial"/>
                <a:sym typeface="Arial"/>
              </a:defRPr>
            </a:lvl7pPr>
            <a:lvl8pPr indent="0" lvl="7" marL="0" marR="0" algn="r">
              <a:lnSpc>
                <a:spcPct val="100000"/>
              </a:lnSpc>
              <a:spcBef>
                <a:spcPts val="0"/>
              </a:spcBef>
              <a:spcAft>
                <a:spcPts val="0"/>
              </a:spcAft>
              <a:buClr>
                <a:srgbClr val="000000"/>
              </a:buClr>
              <a:buSzPts val="900"/>
              <a:buFont typeface="Arial"/>
              <a:buNone/>
              <a:defRPr b="0" i="0" sz="900" u="none" cap="none" strike="noStrike">
                <a:solidFill>
                  <a:srgbClr val="757575"/>
                </a:solidFill>
                <a:latin typeface="Arial"/>
                <a:ea typeface="Arial"/>
                <a:cs typeface="Arial"/>
                <a:sym typeface="Arial"/>
              </a:defRPr>
            </a:lvl8pPr>
            <a:lvl9pPr indent="0" lvl="8" marL="0" marR="0" algn="r">
              <a:lnSpc>
                <a:spcPct val="100000"/>
              </a:lnSpc>
              <a:spcBef>
                <a:spcPts val="0"/>
              </a:spcBef>
              <a:spcAft>
                <a:spcPts val="0"/>
              </a:spcAft>
              <a:buClr>
                <a:srgbClr val="000000"/>
              </a:buClr>
              <a:buSzPts val="900"/>
              <a:buFont typeface="Arial"/>
              <a:buNone/>
              <a:defRPr b="0" i="0" sz="900" u="none" cap="none" strike="noStrike">
                <a:solidFill>
                  <a:srgbClr val="757575"/>
                </a:solidFill>
                <a:latin typeface="Arial"/>
                <a:ea typeface="Arial"/>
                <a:cs typeface="Arial"/>
                <a:sym typeface="Arial"/>
              </a:defRPr>
            </a:lvl9pPr>
          </a:lstStyle>
          <a:p>
            <a:pPr indent="0" lvl="0" marL="0" rtl="0" algn="r">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Vertical Text" type="vertTx">
  <p:cSld name="VERTICAL_TEXT">
    <p:spTree>
      <p:nvGrpSpPr>
        <p:cNvPr id="68" name="Shape 68"/>
        <p:cNvGrpSpPr/>
        <p:nvPr/>
      </p:nvGrpSpPr>
      <p:grpSpPr>
        <a:xfrm>
          <a:off x="0" y="0"/>
          <a:ext cx="0" cy="0"/>
          <a:chOff x="0" y="0"/>
          <a:chExt cx="0" cy="0"/>
        </a:xfrm>
      </p:grpSpPr>
      <p:sp>
        <p:nvSpPr>
          <p:cNvPr id="69" name="Google Shape;69;p11"/>
          <p:cNvSpPr txBox="1"/>
          <p:nvPr>
            <p:ph type="title"/>
          </p:nvPr>
        </p:nvSpPr>
        <p:spPr>
          <a:xfrm>
            <a:off x="628650" y="273844"/>
            <a:ext cx="7886700" cy="994172"/>
          </a:xfrm>
          <a:prstGeom prst="rect">
            <a:avLst/>
          </a:prstGeom>
          <a:noFill/>
          <a:ln>
            <a:noFill/>
          </a:ln>
        </p:spPr>
        <p:txBody>
          <a:bodyPr anchorCtr="0" anchor="ctr" bIns="34275" lIns="68575" spcFirstLastPara="1" rIns="68575" wrap="square" tIns="34275">
            <a:normAutofit/>
          </a:bodyPr>
          <a:lstStyle>
            <a:lvl1pPr lvl="0" algn="l">
              <a:lnSpc>
                <a:spcPct val="90000"/>
              </a:lnSpc>
              <a:spcBef>
                <a:spcPts val="0"/>
              </a:spcBef>
              <a:spcAft>
                <a:spcPts val="0"/>
              </a:spcAft>
              <a:buClr>
                <a:schemeClr val="dk1"/>
              </a:buClr>
              <a:buSzPts val="1400"/>
              <a:buNone/>
              <a:defRPr/>
            </a:lvl1pPr>
            <a:lvl2pPr lvl="1" algn="l">
              <a:lnSpc>
                <a:spcPct val="100000"/>
              </a:lnSpc>
              <a:spcBef>
                <a:spcPts val="0"/>
              </a:spcBef>
              <a:spcAft>
                <a:spcPts val="0"/>
              </a:spcAft>
              <a:buSzPts val="1100"/>
              <a:buNone/>
              <a:defRPr/>
            </a:lvl2pPr>
            <a:lvl3pPr lvl="2" algn="l">
              <a:lnSpc>
                <a:spcPct val="100000"/>
              </a:lnSpc>
              <a:spcBef>
                <a:spcPts val="0"/>
              </a:spcBef>
              <a:spcAft>
                <a:spcPts val="0"/>
              </a:spcAft>
              <a:buSzPts val="1100"/>
              <a:buNone/>
              <a:defRPr/>
            </a:lvl3pPr>
            <a:lvl4pPr lvl="3" algn="l">
              <a:lnSpc>
                <a:spcPct val="100000"/>
              </a:lnSpc>
              <a:spcBef>
                <a:spcPts val="0"/>
              </a:spcBef>
              <a:spcAft>
                <a:spcPts val="0"/>
              </a:spcAft>
              <a:buSzPts val="1100"/>
              <a:buNone/>
              <a:defRPr/>
            </a:lvl4pPr>
            <a:lvl5pPr lvl="4" algn="l">
              <a:lnSpc>
                <a:spcPct val="100000"/>
              </a:lnSpc>
              <a:spcBef>
                <a:spcPts val="0"/>
              </a:spcBef>
              <a:spcAft>
                <a:spcPts val="0"/>
              </a:spcAft>
              <a:buSzPts val="1100"/>
              <a:buNone/>
              <a:defRPr/>
            </a:lvl5pPr>
            <a:lvl6pPr lvl="5" algn="l">
              <a:lnSpc>
                <a:spcPct val="100000"/>
              </a:lnSpc>
              <a:spcBef>
                <a:spcPts val="0"/>
              </a:spcBef>
              <a:spcAft>
                <a:spcPts val="0"/>
              </a:spcAft>
              <a:buSzPts val="1100"/>
              <a:buNone/>
              <a:defRPr/>
            </a:lvl6pPr>
            <a:lvl7pPr lvl="6" algn="l">
              <a:lnSpc>
                <a:spcPct val="100000"/>
              </a:lnSpc>
              <a:spcBef>
                <a:spcPts val="0"/>
              </a:spcBef>
              <a:spcAft>
                <a:spcPts val="0"/>
              </a:spcAft>
              <a:buSzPts val="1100"/>
              <a:buNone/>
              <a:defRPr/>
            </a:lvl7pPr>
            <a:lvl8pPr lvl="7" algn="l">
              <a:lnSpc>
                <a:spcPct val="100000"/>
              </a:lnSpc>
              <a:spcBef>
                <a:spcPts val="0"/>
              </a:spcBef>
              <a:spcAft>
                <a:spcPts val="0"/>
              </a:spcAft>
              <a:buSzPts val="1100"/>
              <a:buNone/>
              <a:defRPr/>
            </a:lvl8pPr>
            <a:lvl9pPr lvl="8" algn="l">
              <a:lnSpc>
                <a:spcPct val="100000"/>
              </a:lnSpc>
              <a:spcBef>
                <a:spcPts val="0"/>
              </a:spcBef>
              <a:spcAft>
                <a:spcPts val="0"/>
              </a:spcAft>
              <a:buSzPts val="1100"/>
              <a:buNone/>
              <a:defRPr/>
            </a:lvl9pPr>
          </a:lstStyle>
          <a:p/>
        </p:txBody>
      </p:sp>
      <p:sp>
        <p:nvSpPr>
          <p:cNvPr id="70" name="Google Shape;70;p11"/>
          <p:cNvSpPr txBox="1"/>
          <p:nvPr>
            <p:ph idx="1" type="body"/>
          </p:nvPr>
        </p:nvSpPr>
        <p:spPr>
          <a:xfrm rot="5400000">
            <a:off x="2940248" y="-942379"/>
            <a:ext cx="3263504" cy="7886700"/>
          </a:xfrm>
          <a:prstGeom prst="rect">
            <a:avLst/>
          </a:prstGeom>
          <a:noFill/>
          <a:ln>
            <a:noFill/>
          </a:ln>
        </p:spPr>
        <p:txBody>
          <a:bodyPr anchorCtr="0" anchor="t" bIns="34275" lIns="68575" spcFirstLastPara="1" rIns="68575" wrap="square" tIns="34275">
            <a:normAutofit/>
          </a:bodyPr>
          <a:lstStyle>
            <a:lvl1pPr indent="-317500" lvl="0" marL="457200" algn="l">
              <a:lnSpc>
                <a:spcPct val="90000"/>
              </a:lnSpc>
              <a:spcBef>
                <a:spcPts val="800"/>
              </a:spcBef>
              <a:spcAft>
                <a:spcPts val="0"/>
              </a:spcAft>
              <a:buClr>
                <a:schemeClr val="dk1"/>
              </a:buClr>
              <a:buSzPts val="1400"/>
              <a:buChar char="•"/>
              <a:defRPr/>
            </a:lvl1pPr>
            <a:lvl2pPr indent="-317500" lvl="1" marL="914400" algn="l">
              <a:lnSpc>
                <a:spcPct val="90000"/>
              </a:lnSpc>
              <a:spcBef>
                <a:spcPts val="400"/>
              </a:spcBef>
              <a:spcAft>
                <a:spcPts val="0"/>
              </a:spcAft>
              <a:buClr>
                <a:schemeClr val="dk1"/>
              </a:buClr>
              <a:buSzPts val="1400"/>
              <a:buChar char="•"/>
              <a:defRPr/>
            </a:lvl2pPr>
            <a:lvl3pPr indent="-317500" lvl="2" marL="1371600" algn="l">
              <a:lnSpc>
                <a:spcPct val="90000"/>
              </a:lnSpc>
              <a:spcBef>
                <a:spcPts val="400"/>
              </a:spcBef>
              <a:spcAft>
                <a:spcPts val="0"/>
              </a:spcAft>
              <a:buClr>
                <a:schemeClr val="dk1"/>
              </a:buClr>
              <a:buSzPts val="1400"/>
              <a:buChar char="•"/>
              <a:defRPr/>
            </a:lvl3pPr>
            <a:lvl4pPr indent="-317500" lvl="3" marL="1828800" algn="l">
              <a:lnSpc>
                <a:spcPct val="90000"/>
              </a:lnSpc>
              <a:spcBef>
                <a:spcPts val="400"/>
              </a:spcBef>
              <a:spcAft>
                <a:spcPts val="0"/>
              </a:spcAft>
              <a:buClr>
                <a:schemeClr val="dk1"/>
              </a:buClr>
              <a:buSzPts val="1400"/>
              <a:buChar char="•"/>
              <a:defRPr/>
            </a:lvl4pPr>
            <a:lvl5pPr indent="-317500" lvl="4" marL="2286000" algn="l">
              <a:lnSpc>
                <a:spcPct val="90000"/>
              </a:lnSpc>
              <a:spcBef>
                <a:spcPts val="400"/>
              </a:spcBef>
              <a:spcAft>
                <a:spcPts val="0"/>
              </a:spcAft>
              <a:buClr>
                <a:schemeClr val="dk1"/>
              </a:buClr>
              <a:buSzPts val="1400"/>
              <a:buChar char="•"/>
              <a:defRPr/>
            </a:lvl5pPr>
            <a:lvl6pPr indent="-317500" lvl="5" marL="2743200" algn="l">
              <a:lnSpc>
                <a:spcPct val="90000"/>
              </a:lnSpc>
              <a:spcBef>
                <a:spcPts val="400"/>
              </a:spcBef>
              <a:spcAft>
                <a:spcPts val="0"/>
              </a:spcAft>
              <a:buClr>
                <a:schemeClr val="dk1"/>
              </a:buClr>
              <a:buSzPts val="1400"/>
              <a:buChar char="•"/>
              <a:defRPr/>
            </a:lvl6pPr>
            <a:lvl7pPr indent="-317500" lvl="6" marL="3200400" algn="l">
              <a:lnSpc>
                <a:spcPct val="90000"/>
              </a:lnSpc>
              <a:spcBef>
                <a:spcPts val="400"/>
              </a:spcBef>
              <a:spcAft>
                <a:spcPts val="0"/>
              </a:spcAft>
              <a:buClr>
                <a:schemeClr val="dk1"/>
              </a:buClr>
              <a:buSzPts val="1400"/>
              <a:buChar char="•"/>
              <a:defRPr/>
            </a:lvl7pPr>
            <a:lvl8pPr indent="-317500" lvl="7" marL="3657600" algn="l">
              <a:lnSpc>
                <a:spcPct val="90000"/>
              </a:lnSpc>
              <a:spcBef>
                <a:spcPts val="400"/>
              </a:spcBef>
              <a:spcAft>
                <a:spcPts val="0"/>
              </a:spcAft>
              <a:buClr>
                <a:schemeClr val="dk1"/>
              </a:buClr>
              <a:buSzPts val="1400"/>
              <a:buChar char="•"/>
              <a:defRPr/>
            </a:lvl8pPr>
            <a:lvl9pPr indent="-317500" lvl="8" marL="4114800" algn="l">
              <a:lnSpc>
                <a:spcPct val="90000"/>
              </a:lnSpc>
              <a:spcBef>
                <a:spcPts val="400"/>
              </a:spcBef>
              <a:spcAft>
                <a:spcPts val="0"/>
              </a:spcAft>
              <a:buClr>
                <a:schemeClr val="dk1"/>
              </a:buClr>
              <a:buSzPts val="1400"/>
              <a:buChar char="•"/>
              <a:defRPr/>
            </a:lvl9pPr>
          </a:lstStyle>
          <a:p/>
        </p:txBody>
      </p:sp>
      <p:sp>
        <p:nvSpPr>
          <p:cNvPr id="71" name="Google Shape;71;p11"/>
          <p:cNvSpPr txBox="1"/>
          <p:nvPr>
            <p:ph idx="10" type="dt"/>
          </p:nvPr>
        </p:nvSpPr>
        <p:spPr>
          <a:xfrm>
            <a:off x="628650" y="4767263"/>
            <a:ext cx="2057400" cy="273844"/>
          </a:xfrm>
          <a:prstGeom prst="rect">
            <a:avLst/>
          </a:prstGeom>
          <a:noFill/>
          <a:ln>
            <a:noFill/>
          </a:ln>
        </p:spPr>
        <p:txBody>
          <a:bodyPr anchorCtr="0" anchor="ctr" bIns="34275" lIns="68575" spcFirstLastPara="1" rIns="68575" wrap="square" tIns="34275">
            <a:noAutofit/>
          </a:bodyPr>
          <a:lstStyle>
            <a:lvl1pPr lvl="0" algn="l">
              <a:lnSpc>
                <a:spcPct val="100000"/>
              </a:lnSpc>
              <a:spcBef>
                <a:spcPts val="0"/>
              </a:spcBef>
              <a:spcAft>
                <a:spcPts val="0"/>
              </a:spcAft>
              <a:buSzPts val="1100"/>
              <a:buNone/>
              <a:defRPr/>
            </a:lvl1pPr>
            <a:lvl2pPr lvl="1" algn="l">
              <a:lnSpc>
                <a:spcPct val="100000"/>
              </a:lnSpc>
              <a:spcBef>
                <a:spcPts val="0"/>
              </a:spcBef>
              <a:spcAft>
                <a:spcPts val="0"/>
              </a:spcAft>
              <a:buSzPts val="1100"/>
              <a:buNone/>
              <a:defRPr/>
            </a:lvl2pPr>
            <a:lvl3pPr lvl="2" algn="l">
              <a:lnSpc>
                <a:spcPct val="100000"/>
              </a:lnSpc>
              <a:spcBef>
                <a:spcPts val="0"/>
              </a:spcBef>
              <a:spcAft>
                <a:spcPts val="0"/>
              </a:spcAft>
              <a:buSzPts val="1100"/>
              <a:buNone/>
              <a:defRPr/>
            </a:lvl3pPr>
            <a:lvl4pPr lvl="3" algn="l">
              <a:lnSpc>
                <a:spcPct val="100000"/>
              </a:lnSpc>
              <a:spcBef>
                <a:spcPts val="0"/>
              </a:spcBef>
              <a:spcAft>
                <a:spcPts val="0"/>
              </a:spcAft>
              <a:buSzPts val="1100"/>
              <a:buNone/>
              <a:defRPr/>
            </a:lvl4pPr>
            <a:lvl5pPr lvl="4" algn="l">
              <a:lnSpc>
                <a:spcPct val="100000"/>
              </a:lnSpc>
              <a:spcBef>
                <a:spcPts val="0"/>
              </a:spcBef>
              <a:spcAft>
                <a:spcPts val="0"/>
              </a:spcAft>
              <a:buSzPts val="1100"/>
              <a:buNone/>
              <a:defRPr/>
            </a:lvl5pPr>
            <a:lvl6pPr lvl="5" algn="l">
              <a:lnSpc>
                <a:spcPct val="100000"/>
              </a:lnSpc>
              <a:spcBef>
                <a:spcPts val="0"/>
              </a:spcBef>
              <a:spcAft>
                <a:spcPts val="0"/>
              </a:spcAft>
              <a:buSzPts val="1100"/>
              <a:buNone/>
              <a:defRPr/>
            </a:lvl6pPr>
            <a:lvl7pPr lvl="6" algn="l">
              <a:lnSpc>
                <a:spcPct val="100000"/>
              </a:lnSpc>
              <a:spcBef>
                <a:spcPts val="0"/>
              </a:spcBef>
              <a:spcAft>
                <a:spcPts val="0"/>
              </a:spcAft>
              <a:buSzPts val="1100"/>
              <a:buNone/>
              <a:defRPr/>
            </a:lvl7pPr>
            <a:lvl8pPr lvl="7" algn="l">
              <a:lnSpc>
                <a:spcPct val="100000"/>
              </a:lnSpc>
              <a:spcBef>
                <a:spcPts val="0"/>
              </a:spcBef>
              <a:spcAft>
                <a:spcPts val="0"/>
              </a:spcAft>
              <a:buSzPts val="1100"/>
              <a:buNone/>
              <a:defRPr/>
            </a:lvl8pPr>
            <a:lvl9pPr lvl="8" algn="l">
              <a:lnSpc>
                <a:spcPct val="100000"/>
              </a:lnSpc>
              <a:spcBef>
                <a:spcPts val="0"/>
              </a:spcBef>
              <a:spcAft>
                <a:spcPts val="0"/>
              </a:spcAft>
              <a:buSzPts val="1100"/>
              <a:buNone/>
              <a:defRPr/>
            </a:lvl9pPr>
          </a:lstStyle>
          <a:p/>
        </p:txBody>
      </p:sp>
      <p:sp>
        <p:nvSpPr>
          <p:cNvPr id="72" name="Google Shape;72;p11"/>
          <p:cNvSpPr txBox="1"/>
          <p:nvPr>
            <p:ph idx="11" type="ftr"/>
          </p:nvPr>
        </p:nvSpPr>
        <p:spPr>
          <a:xfrm>
            <a:off x="3028950" y="4767263"/>
            <a:ext cx="3086100" cy="273844"/>
          </a:xfrm>
          <a:prstGeom prst="rect">
            <a:avLst/>
          </a:prstGeom>
          <a:noFill/>
          <a:ln>
            <a:noFill/>
          </a:ln>
        </p:spPr>
        <p:txBody>
          <a:bodyPr anchorCtr="0" anchor="ctr" bIns="34275" lIns="68575" spcFirstLastPara="1" rIns="68575" wrap="square" tIns="34275">
            <a:noAutofit/>
          </a:bodyPr>
          <a:lstStyle>
            <a:lvl1pPr lvl="0" algn="ctr">
              <a:lnSpc>
                <a:spcPct val="100000"/>
              </a:lnSpc>
              <a:spcBef>
                <a:spcPts val="0"/>
              </a:spcBef>
              <a:spcAft>
                <a:spcPts val="0"/>
              </a:spcAft>
              <a:buSzPts val="1100"/>
              <a:buNone/>
              <a:defRPr/>
            </a:lvl1pPr>
            <a:lvl2pPr lvl="1" algn="l">
              <a:lnSpc>
                <a:spcPct val="100000"/>
              </a:lnSpc>
              <a:spcBef>
                <a:spcPts val="0"/>
              </a:spcBef>
              <a:spcAft>
                <a:spcPts val="0"/>
              </a:spcAft>
              <a:buSzPts val="1100"/>
              <a:buNone/>
              <a:defRPr/>
            </a:lvl2pPr>
            <a:lvl3pPr lvl="2" algn="l">
              <a:lnSpc>
                <a:spcPct val="100000"/>
              </a:lnSpc>
              <a:spcBef>
                <a:spcPts val="0"/>
              </a:spcBef>
              <a:spcAft>
                <a:spcPts val="0"/>
              </a:spcAft>
              <a:buSzPts val="1100"/>
              <a:buNone/>
              <a:defRPr/>
            </a:lvl3pPr>
            <a:lvl4pPr lvl="3" algn="l">
              <a:lnSpc>
                <a:spcPct val="100000"/>
              </a:lnSpc>
              <a:spcBef>
                <a:spcPts val="0"/>
              </a:spcBef>
              <a:spcAft>
                <a:spcPts val="0"/>
              </a:spcAft>
              <a:buSzPts val="1100"/>
              <a:buNone/>
              <a:defRPr/>
            </a:lvl4pPr>
            <a:lvl5pPr lvl="4" algn="l">
              <a:lnSpc>
                <a:spcPct val="100000"/>
              </a:lnSpc>
              <a:spcBef>
                <a:spcPts val="0"/>
              </a:spcBef>
              <a:spcAft>
                <a:spcPts val="0"/>
              </a:spcAft>
              <a:buSzPts val="1100"/>
              <a:buNone/>
              <a:defRPr/>
            </a:lvl5pPr>
            <a:lvl6pPr lvl="5" algn="l">
              <a:lnSpc>
                <a:spcPct val="100000"/>
              </a:lnSpc>
              <a:spcBef>
                <a:spcPts val="0"/>
              </a:spcBef>
              <a:spcAft>
                <a:spcPts val="0"/>
              </a:spcAft>
              <a:buSzPts val="1100"/>
              <a:buNone/>
              <a:defRPr/>
            </a:lvl6pPr>
            <a:lvl7pPr lvl="6" algn="l">
              <a:lnSpc>
                <a:spcPct val="100000"/>
              </a:lnSpc>
              <a:spcBef>
                <a:spcPts val="0"/>
              </a:spcBef>
              <a:spcAft>
                <a:spcPts val="0"/>
              </a:spcAft>
              <a:buSzPts val="1100"/>
              <a:buNone/>
              <a:defRPr/>
            </a:lvl7pPr>
            <a:lvl8pPr lvl="7" algn="l">
              <a:lnSpc>
                <a:spcPct val="100000"/>
              </a:lnSpc>
              <a:spcBef>
                <a:spcPts val="0"/>
              </a:spcBef>
              <a:spcAft>
                <a:spcPts val="0"/>
              </a:spcAft>
              <a:buSzPts val="1100"/>
              <a:buNone/>
              <a:defRPr/>
            </a:lvl8pPr>
            <a:lvl9pPr lvl="8" algn="l">
              <a:lnSpc>
                <a:spcPct val="100000"/>
              </a:lnSpc>
              <a:spcBef>
                <a:spcPts val="0"/>
              </a:spcBef>
              <a:spcAft>
                <a:spcPts val="0"/>
              </a:spcAft>
              <a:buSzPts val="1100"/>
              <a:buNone/>
              <a:defRPr/>
            </a:lvl9pPr>
          </a:lstStyle>
          <a:p/>
        </p:txBody>
      </p:sp>
      <p:sp>
        <p:nvSpPr>
          <p:cNvPr id="73" name="Google Shape;73;p11"/>
          <p:cNvSpPr txBox="1"/>
          <p:nvPr>
            <p:ph idx="12" type="sldNum"/>
          </p:nvPr>
        </p:nvSpPr>
        <p:spPr>
          <a:xfrm>
            <a:off x="6457950" y="4767263"/>
            <a:ext cx="2057400" cy="273844"/>
          </a:xfrm>
          <a:prstGeom prst="rect">
            <a:avLst/>
          </a:prstGeom>
          <a:noFill/>
          <a:ln>
            <a:noFill/>
          </a:ln>
        </p:spPr>
        <p:txBody>
          <a:bodyPr anchorCtr="0" anchor="ctr" bIns="34275" lIns="68575" spcFirstLastPara="1" rIns="68575" wrap="square" tIns="34275">
            <a:noAutofit/>
          </a:bodyPr>
          <a:lstStyle>
            <a:lvl1pPr indent="0" lvl="0" marL="0" marR="0" algn="r">
              <a:lnSpc>
                <a:spcPct val="100000"/>
              </a:lnSpc>
              <a:spcBef>
                <a:spcPts val="0"/>
              </a:spcBef>
              <a:spcAft>
                <a:spcPts val="0"/>
              </a:spcAft>
              <a:buClr>
                <a:srgbClr val="000000"/>
              </a:buClr>
              <a:buSzPts val="900"/>
              <a:buFont typeface="Arial"/>
              <a:buNone/>
              <a:defRPr b="0" i="0" sz="900" u="none" cap="none" strike="noStrike">
                <a:solidFill>
                  <a:srgbClr val="757575"/>
                </a:solidFill>
                <a:latin typeface="Arial"/>
                <a:ea typeface="Arial"/>
                <a:cs typeface="Arial"/>
                <a:sym typeface="Arial"/>
              </a:defRPr>
            </a:lvl1pPr>
            <a:lvl2pPr indent="0" lvl="1" marL="0" marR="0" algn="r">
              <a:lnSpc>
                <a:spcPct val="100000"/>
              </a:lnSpc>
              <a:spcBef>
                <a:spcPts val="0"/>
              </a:spcBef>
              <a:spcAft>
                <a:spcPts val="0"/>
              </a:spcAft>
              <a:buClr>
                <a:srgbClr val="000000"/>
              </a:buClr>
              <a:buSzPts val="900"/>
              <a:buFont typeface="Arial"/>
              <a:buNone/>
              <a:defRPr b="0" i="0" sz="900" u="none" cap="none" strike="noStrike">
                <a:solidFill>
                  <a:srgbClr val="757575"/>
                </a:solidFill>
                <a:latin typeface="Arial"/>
                <a:ea typeface="Arial"/>
                <a:cs typeface="Arial"/>
                <a:sym typeface="Arial"/>
              </a:defRPr>
            </a:lvl2pPr>
            <a:lvl3pPr indent="0" lvl="2" marL="0" marR="0" algn="r">
              <a:lnSpc>
                <a:spcPct val="100000"/>
              </a:lnSpc>
              <a:spcBef>
                <a:spcPts val="0"/>
              </a:spcBef>
              <a:spcAft>
                <a:spcPts val="0"/>
              </a:spcAft>
              <a:buClr>
                <a:srgbClr val="000000"/>
              </a:buClr>
              <a:buSzPts val="900"/>
              <a:buFont typeface="Arial"/>
              <a:buNone/>
              <a:defRPr b="0" i="0" sz="900" u="none" cap="none" strike="noStrike">
                <a:solidFill>
                  <a:srgbClr val="757575"/>
                </a:solidFill>
                <a:latin typeface="Arial"/>
                <a:ea typeface="Arial"/>
                <a:cs typeface="Arial"/>
                <a:sym typeface="Arial"/>
              </a:defRPr>
            </a:lvl3pPr>
            <a:lvl4pPr indent="0" lvl="3" marL="0" marR="0" algn="r">
              <a:lnSpc>
                <a:spcPct val="100000"/>
              </a:lnSpc>
              <a:spcBef>
                <a:spcPts val="0"/>
              </a:spcBef>
              <a:spcAft>
                <a:spcPts val="0"/>
              </a:spcAft>
              <a:buClr>
                <a:srgbClr val="000000"/>
              </a:buClr>
              <a:buSzPts val="900"/>
              <a:buFont typeface="Arial"/>
              <a:buNone/>
              <a:defRPr b="0" i="0" sz="900" u="none" cap="none" strike="noStrike">
                <a:solidFill>
                  <a:srgbClr val="757575"/>
                </a:solidFill>
                <a:latin typeface="Arial"/>
                <a:ea typeface="Arial"/>
                <a:cs typeface="Arial"/>
                <a:sym typeface="Arial"/>
              </a:defRPr>
            </a:lvl4pPr>
            <a:lvl5pPr indent="0" lvl="4" marL="0" marR="0" algn="r">
              <a:lnSpc>
                <a:spcPct val="100000"/>
              </a:lnSpc>
              <a:spcBef>
                <a:spcPts val="0"/>
              </a:spcBef>
              <a:spcAft>
                <a:spcPts val="0"/>
              </a:spcAft>
              <a:buClr>
                <a:srgbClr val="000000"/>
              </a:buClr>
              <a:buSzPts val="900"/>
              <a:buFont typeface="Arial"/>
              <a:buNone/>
              <a:defRPr b="0" i="0" sz="900" u="none" cap="none" strike="noStrike">
                <a:solidFill>
                  <a:srgbClr val="757575"/>
                </a:solidFill>
                <a:latin typeface="Arial"/>
                <a:ea typeface="Arial"/>
                <a:cs typeface="Arial"/>
                <a:sym typeface="Arial"/>
              </a:defRPr>
            </a:lvl5pPr>
            <a:lvl6pPr indent="0" lvl="5" marL="0" marR="0" algn="r">
              <a:lnSpc>
                <a:spcPct val="100000"/>
              </a:lnSpc>
              <a:spcBef>
                <a:spcPts val="0"/>
              </a:spcBef>
              <a:spcAft>
                <a:spcPts val="0"/>
              </a:spcAft>
              <a:buClr>
                <a:srgbClr val="000000"/>
              </a:buClr>
              <a:buSzPts val="900"/>
              <a:buFont typeface="Arial"/>
              <a:buNone/>
              <a:defRPr b="0" i="0" sz="900" u="none" cap="none" strike="noStrike">
                <a:solidFill>
                  <a:srgbClr val="757575"/>
                </a:solidFill>
                <a:latin typeface="Arial"/>
                <a:ea typeface="Arial"/>
                <a:cs typeface="Arial"/>
                <a:sym typeface="Arial"/>
              </a:defRPr>
            </a:lvl6pPr>
            <a:lvl7pPr indent="0" lvl="6" marL="0" marR="0" algn="r">
              <a:lnSpc>
                <a:spcPct val="100000"/>
              </a:lnSpc>
              <a:spcBef>
                <a:spcPts val="0"/>
              </a:spcBef>
              <a:spcAft>
                <a:spcPts val="0"/>
              </a:spcAft>
              <a:buClr>
                <a:srgbClr val="000000"/>
              </a:buClr>
              <a:buSzPts val="900"/>
              <a:buFont typeface="Arial"/>
              <a:buNone/>
              <a:defRPr b="0" i="0" sz="900" u="none" cap="none" strike="noStrike">
                <a:solidFill>
                  <a:srgbClr val="757575"/>
                </a:solidFill>
                <a:latin typeface="Arial"/>
                <a:ea typeface="Arial"/>
                <a:cs typeface="Arial"/>
                <a:sym typeface="Arial"/>
              </a:defRPr>
            </a:lvl7pPr>
            <a:lvl8pPr indent="0" lvl="7" marL="0" marR="0" algn="r">
              <a:lnSpc>
                <a:spcPct val="100000"/>
              </a:lnSpc>
              <a:spcBef>
                <a:spcPts val="0"/>
              </a:spcBef>
              <a:spcAft>
                <a:spcPts val="0"/>
              </a:spcAft>
              <a:buClr>
                <a:srgbClr val="000000"/>
              </a:buClr>
              <a:buSzPts val="900"/>
              <a:buFont typeface="Arial"/>
              <a:buNone/>
              <a:defRPr b="0" i="0" sz="900" u="none" cap="none" strike="noStrike">
                <a:solidFill>
                  <a:srgbClr val="757575"/>
                </a:solidFill>
                <a:latin typeface="Arial"/>
                <a:ea typeface="Arial"/>
                <a:cs typeface="Arial"/>
                <a:sym typeface="Arial"/>
              </a:defRPr>
            </a:lvl8pPr>
            <a:lvl9pPr indent="0" lvl="8" marL="0" marR="0" algn="r">
              <a:lnSpc>
                <a:spcPct val="100000"/>
              </a:lnSpc>
              <a:spcBef>
                <a:spcPts val="0"/>
              </a:spcBef>
              <a:spcAft>
                <a:spcPts val="0"/>
              </a:spcAft>
              <a:buClr>
                <a:srgbClr val="000000"/>
              </a:buClr>
              <a:buSzPts val="900"/>
              <a:buFont typeface="Arial"/>
              <a:buNone/>
              <a:defRPr b="0" i="0" sz="900" u="none" cap="none" strike="noStrike">
                <a:solidFill>
                  <a:srgbClr val="757575"/>
                </a:solidFill>
                <a:latin typeface="Arial"/>
                <a:ea typeface="Arial"/>
                <a:cs typeface="Arial"/>
                <a:sym typeface="Arial"/>
              </a:defRPr>
            </a:lvl9pPr>
          </a:lstStyle>
          <a:p>
            <a:pPr indent="0" lvl="0" marL="0" rtl="0" algn="r">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Vertical Title and Text" type="vertTitleAndTx">
  <p:cSld name="VERTICAL_TITLE_AND_VERTICAL_TEXT">
    <p:spTree>
      <p:nvGrpSpPr>
        <p:cNvPr id="74" name="Shape 74"/>
        <p:cNvGrpSpPr/>
        <p:nvPr/>
      </p:nvGrpSpPr>
      <p:grpSpPr>
        <a:xfrm>
          <a:off x="0" y="0"/>
          <a:ext cx="0" cy="0"/>
          <a:chOff x="0" y="0"/>
          <a:chExt cx="0" cy="0"/>
        </a:xfrm>
      </p:grpSpPr>
      <p:sp>
        <p:nvSpPr>
          <p:cNvPr id="75" name="Google Shape;75;p12"/>
          <p:cNvSpPr txBox="1"/>
          <p:nvPr>
            <p:ph type="title"/>
          </p:nvPr>
        </p:nvSpPr>
        <p:spPr>
          <a:xfrm rot="5400000">
            <a:off x="5350073" y="1467445"/>
            <a:ext cx="4358879" cy="1971675"/>
          </a:xfrm>
          <a:prstGeom prst="rect">
            <a:avLst/>
          </a:prstGeom>
          <a:noFill/>
          <a:ln>
            <a:noFill/>
          </a:ln>
        </p:spPr>
        <p:txBody>
          <a:bodyPr anchorCtr="0" anchor="ctr" bIns="34275" lIns="68575" spcFirstLastPara="1" rIns="68575" wrap="square" tIns="34275">
            <a:normAutofit/>
          </a:bodyPr>
          <a:lstStyle>
            <a:lvl1pPr lvl="0" algn="l">
              <a:lnSpc>
                <a:spcPct val="90000"/>
              </a:lnSpc>
              <a:spcBef>
                <a:spcPts val="0"/>
              </a:spcBef>
              <a:spcAft>
                <a:spcPts val="0"/>
              </a:spcAft>
              <a:buClr>
                <a:schemeClr val="dk1"/>
              </a:buClr>
              <a:buSzPts val="1400"/>
              <a:buNone/>
              <a:defRPr/>
            </a:lvl1pPr>
            <a:lvl2pPr lvl="1" algn="l">
              <a:lnSpc>
                <a:spcPct val="100000"/>
              </a:lnSpc>
              <a:spcBef>
                <a:spcPts val="0"/>
              </a:spcBef>
              <a:spcAft>
                <a:spcPts val="0"/>
              </a:spcAft>
              <a:buSzPts val="1100"/>
              <a:buNone/>
              <a:defRPr/>
            </a:lvl2pPr>
            <a:lvl3pPr lvl="2" algn="l">
              <a:lnSpc>
                <a:spcPct val="100000"/>
              </a:lnSpc>
              <a:spcBef>
                <a:spcPts val="0"/>
              </a:spcBef>
              <a:spcAft>
                <a:spcPts val="0"/>
              </a:spcAft>
              <a:buSzPts val="1100"/>
              <a:buNone/>
              <a:defRPr/>
            </a:lvl3pPr>
            <a:lvl4pPr lvl="3" algn="l">
              <a:lnSpc>
                <a:spcPct val="100000"/>
              </a:lnSpc>
              <a:spcBef>
                <a:spcPts val="0"/>
              </a:spcBef>
              <a:spcAft>
                <a:spcPts val="0"/>
              </a:spcAft>
              <a:buSzPts val="1100"/>
              <a:buNone/>
              <a:defRPr/>
            </a:lvl4pPr>
            <a:lvl5pPr lvl="4" algn="l">
              <a:lnSpc>
                <a:spcPct val="100000"/>
              </a:lnSpc>
              <a:spcBef>
                <a:spcPts val="0"/>
              </a:spcBef>
              <a:spcAft>
                <a:spcPts val="0"/>
              </a:spcAft>
              <a:buSzPts val="1100"/>
              <a:buNone/>
              <a:defRPr/>
            </a:lvl5pPr>
            <a:lvl6pPr lvl="5" algn="l">
              <a:lnSpc>
                <a:spcPct val="100000"/>
              </a:lnSpc>
              <a:spcBef>
                <a:spcPts val="0"/>
              </a:spcBef>
              <a:spcAft>
                <a:spcPts val="0"/>
              </a:spcAft>
              <a:buSzPts val="1100"/>
              <a:buNone/>
              <a:defRPr/>
            </a:lvl6pPr>
            <a:lvl7pPr lvl="6" algn="l">
              <a:lnSpc>
                <a:spcPct val="100000"/>
              </a:lnSpc>
              <a:spcBef>
                <a:spcPts val="0"/>
              </a:spcBef>
              <a:spcAft>
                <a:spcPts val="0"/>
              </a:spcAft>
              <a:buSzPts val="1100"/>
              <a:buNone/>
              <a:defRPr/>
            </a:lvl7pPr>
            <a:lvl8pPr lvl="7" algn="l">
              <a:lnSpc>
                <a:spcPct val="100000"/>
              </a:lnSpc>
              <a:spcBef>
                <a:spcPts val="0"/>
              </a:spcBef>
              <a:spcAft>
                <a:spcPts val="0"/>
              </a:spcAft>
              <a:buSzPts val="1100"/>
              <a:buNone/>
              <a:defRPr/>
            </a:lvl8pPr>
            <a:lvl9pPr lvl="8" algn="l">
              <a:lnSpc>
                <a:spcPct val="100000"/>
              </a:lnSpc>
              <a:spcBef>
                <a:spcPts val="0"/>
              </a:spcBef>
              <a:spcAft>
                <a:spcPts val="0"/>
              </a:spcAft>
              <a:buSzPts val="1100"/>
              <a:buNone/>
              <a:defRPr/>
            </a:lvl9pPr>
          </a:lstStyle>
          <a:p/>
        </p:txBody>
      </p:sp>
      <p:sp>
        <p:nvSpPr>
          <p:cNvPr id="76" name="Google Shape;76;p12"/>
          <p:cNvSpPr txBox="1"/>
          <p:nvPr>
            <p:ph idx="1" type="body"/>
          </p:nvPr>
        </p:nvSpPr>
        <p:spPr>
          <a:xfrm rot="5400000">
            <a:off x="1349573" y="-447080"/>
            <a:ext cx="4358879" cy="5800725"/>
          </a:xfrm>
          <a:prstGeom prst="rect">
            <a:avLst/>
          </a:prstGeom>
          <a:noFill/>
          <a:ln>
            <a:noFill/>
          </a:ln>
        </p:spPr>
        <p:txBody>
          <a:bodyPr anchorCtr="0" anchor="t" bIns="34275" lIns="68575" spcFirstLastPara="1" rIns="68575" wrap="square" tIns="34275">
            <a:normAutofit/>
          </a:bodyPr>
          <a:lstStyle>
            <a:lvl1pPr indent="-317500" lvl="0" marL="457200" algn="l">
              <a:lnSpc>
                <a:spcPct val="90000"/>
              </a:lnSpc>
              <a:spcBef>
                <a:spcPts val="800"/>
              </a:spcBef>
              <a:spcAft>
                <a:spcPts val="0"/>
              </a:spcAft>
              <a:buClr>
                <a:schemeClr val="dk1"/>
              </a:buClr>
              <a:buSzPts val="1400"/>
              <a:buChar char="•"/>
              <a:defRPr/>
            </a:lvl1pPr>
            <a:lvl2pPr indent="-317500" lvl="1" marL="914400" algn="l">
              <a:lnSpc>
                <a:spcPct val="90000"/>
              </a:lnSpc>
              <a:spcBef>
                <a:spcPts val="400"/>
              </a:spcBef>
              <a:spcAft>
                <a:spcPts val="0"/>
              </a:spcAft>
              <a:buClr>
                <a:schemeClr val="dk1"/>
              </a:buClr>
              <a:buSzPts val="1400"/>
              <a:buChar char="•"/>
              <a:defRPr/>
            </a:lvl2pPr>
            <a:lvl3pPr indent="-317500" lvl="2" marL="1371600" algn="l">
              <a:lnSpc>
                <a:spcPct val="90000"/>
              </a:lnSpc>
              <a:spcBef>
                <a:spcPts val="400"/>
              </a:spcBef>
              <a:spcAft>
                <a:spcPts val="0"/>
              </a:spcAft>
              <a:buClr>
                <a:schemeClr val="dk1"/>
              </a:buClr>
              <a:buSzPts val="1400"/>
              <a:buChar char="•"/>
              <a:defRPr/>
            </a:lvl3pPr>
            <a:lvl4pPr indent="-317500" lvl="3" marL="1828800" algn="l">
              <a:lnSpc>
                <a:spcPct val="90000"/>
              </a:lnSpc>
              <a:spcBef>
                <a:spcPts val="400"/>
              </a:spcBef>
              <a:spcAft>
                <a:spcPts val="0"/>
              </a:spcAft>
              <a:buClr>
                <a:schemeClr val="dk1"/>
              </a:buClr>
              <a:buSzPts val="1400"/>
              <a:buChar char="•"/>
              <a:defRPr/>
            </a:lvl4pPr>
            <a:lvl5pPr indent="-317500" lvl="4" marL="2286000" algn="l">
              <a:lnSpc>
                <a:spcPct val="90000"/>
              </a:lnSpc>
              <a:spcBef>
                <a:spcPts val="400"/>
              </a:spcBef>
              <a:spcAft>
                <a:spcPts val="0"/>
              </a:spcAft>
              <a:buClr>
                <a:schemeClr val="dk1"/>
              </a:buClr>
              <a:buSzPts val="1400"/>
              <a:buChar char="•"/>
              <a:defRPr/>
            </a:lvl5pPr>
            <a:lvl6pPr indent="-317500" lvl="5" marL="2743200" algn="l">
              <a:lnSpc>
                <a:spcPct val="90000"/>
              </a:lnSpc>
              <a:spcBef>
                <a:spcPts val="400"/>
              </a:spcBef>
              <a:spcAft>
                <a:spcPts val="0"/>
              </a:spcAft>
              <a:buClr>
                <a:schemeClr val="dk1"/>
              </a:buClr>
              <a:buSzPts val="1400"/>
              <a:buChar char="•"/>
              <a:defRPr/>
            </a:lvl6pPr>
            <a:lvl7pPr indent="-317500" lvl="6" marL="3200400" algn="l">
              <a:lnSpc>
                <a:spcPct val="90000"/>
              </a:lnSpc>
              <a:spcBef>
                <a:spcPts val="400"/>
              </a:spcBef>
              <a:spcAft>
                <a:spcPts val="0"/>
              </a:spcAft>
              <a:buClr>
                <a:schemeClr val="dk1"/>
              </a:buClr>
              <a:buSzPts val="1400"/>
              <a:buChar char="•"/>
              <a:defRPr/>
            </a:lvl7pPr>
            <a:lvl8pPr indent="-317500" lvl="7" marL="3657600" algn="l">
              <a:lnSpc>
                <a:spcPct val="90000"/>
              </a:lnSpc>
              <a:spcBef>
                <a:spcPts val="400"/>
              </a:spcBef>
              <a:spcAft>
                <a:spcPts val="0"/>
              </a:spcAft>
              <a:buClr>
                <a:schemeClr val="dk1"/>
              </a:buClr>
              <a:buSzPts val="1400"/>
              <a:buChar char="•"/>
              <a:defRPr/>
            </a:lvl8pPr>
            <a:lvl9pPr indent="-317500" lvl="8" marL="4114800" algn="l">
              <a:lnSpc>
                <a:spcPct val="90000"/>
              </a:lnSpc>
              <a:spcBef>
                <a:spcPts val="400"/>
              </a:spcBef>
              <a:spcAft>
                <a:spcPts val="0"/>
              </a:spcAft>
              <a:buClr>
                <a:schemeClr val="dk1"/>
              </a:buClr>
              <a:buSzPts val="1400"/>
              <a:buChar char="•"/>
              <a:defRPr/>
            </a:lvl9pPr>
          </a:lstStyle>
          <a:p/>
        </p:txBody>
      </p:sp>
      <p:sp>
        <p:nvSpPr>
          <p:cNvPr id="77" name="Google Shape;77;p12"/>
          <p:cNvSpPr txBox="1"/>
          <p:nvPr>
            <p:ph idx="10" type="dt"/>
          </p:nvPr>
        </p:nvSpPr>
        <p:spPr>
          <a:xfrm>
            <a:off x="628650" y="4767263"/>
            <a:ext cx="2057400" cy="273844"/>
          </a:xfrm>
          <a:prstGeom prst="rect">
            <a:avLst/>
          </a:prstGeom>
          <a:noFill/>
          <a:ln>
            <a:noFill/>
          </a:ln>
        </p:spPr>
        <p:txBody>
          <a:bodyPr anchorCtr="0" anchor="ctr" bIns="34275" lIns="68575" spcFirstLastPara="1" rIns="68575" wrap="square" tIns="34275">
            <a:noAutofit/>
          </a:bodyPr>
          <a:lstStyle>
            <a:lvl1pPr lvl="0" algn="l">
              <a:lnSpc>
                <a:spcPct val="100000"/>
              </a:lnSpc>
              <a:spcBef>
                <a:spcPts val="0"/>
              </a:spcBef>
              <a:spcAft>
                <a:spcPts val="0"/>
              </a:spcAft>
              <a:buSzPts val="1100"/>
              <a:buNone/>
              <a:defRPr/>
            </a:lvl1pPr>
            <a:lvl2pPr lvl="1" algn="l">
              <a:lnSpc>
                <a:spcPct val="100000"/>
              </a:lnSpc>
              <a:spcBef>
                <a:spcPts val="0"/>
              </a:spcBef>
              <a:spcAft>
                <a:spcPts val="0"/>
              </a:spcAft>
              <a:buSzPts val="1100"/>
              <a:buNone/>
              <a:defRPr/>
            </a:lvl2pPr>
            <a:lvl3pPr lvl="2" algn="l">
              <a:lnSpc>
                <a:spcPct val="100000"/>
              </a:lnSpc>
              <a:spcBef>
                <a:spcPts val="0"/>
              </a:spcBef>
              <a:spcAft>
                <a:spcPts val="0"/>
              </a:spcAft>
              <a:buSzPts val="1100"/>
              <a:buNone/>
              <a:defRPr/>
            </a:lvl3pPr>
            <a:lvl4pPr lvl="3" algn="l">
              <a:lnSpc>
                <a:spcPct val="100000"/>
              </a:lnSpc>
              <a:spcBef>
                <a:spcPts val="0"/>
              </a:spcBef>
              <a:spcAft>
                <a:spcPts val="0"/>
              </a:spcAft>
              <a:buSzPts val="1100"/>
              <a:buNone/>
              <a:defRPr/>
            </a:lvl4pPr>
            <a:lvl5pPr lvl="4" algn="l">
              <a:lnSpc>
                <a:spcPct val="100000"/>
              </a:lnSpc>
              <a:spcBef>
                <a:spcPts val="0"/>
              </a:spcBef>
              <a:spcAft>
                <a:spcPts val="0"/>
              </a:spcAft>
              <a:buSzPts val="1100"/>
              <a:buNone/>
              <a:defRPr/>
            </a:lvl5pPr>
            <a:lvl6pPr lvl="5" algn="l">
              <a:lnSpc>
                <a:spcPct val="100000"/>
              </a:lnSpc>
              <a:spcBef>
                <a:spcPts val="0"/>
              </a:spcBef>
              <a:spcAft>
                <a:spcPts val="0"/>
              </a:spcAft>
              <a:buSzPts val="1100"/>
              <a:buNone/>
              <a:defRPr/>
            </a:lvl6pPr>
            <a:lvl7pPr lvl="6" algn="l">
              <a:lnSpc>
                <a:spcPct val="100000"/>
              </a:lnSpc>
              <a:spcBef>
                <a:spcPts val="0"/>
              </a:spcBef>
              <a:spcAft>
                <a:spcPts val="0"/>
              </a:spcAft>
              <a:buSzPts val="1100"/>
              <a:buNone/>
              <a:defRPr/>
            </a:lvl7pPr>
            <a:lvl8pPr lvl="7" algn="l">
              <a:lnSpc>
                <a:spcPct val="100000"/>
              </a:lnSpc>
              <a:spcBef>
                <a:spcPts val="0"/>
              </a:spcBef>
              <a:spcAft>
                <a:spcPts val="0"/>
              </a:spcAft>
              <a:buSzPts val="1100"/>
              <a:buNone/>
              <a:defRPr/>
            </a:lvl8pPr>
            <a:lvl9pPr lvl="8" algn="l">
              <a:lnSpc>
                <a:spcPct val="100000"/>
              </a:lnSpc>
              <a:spcBef>
                <a:spcPts val="0"/>
              </a:spcBef>
              <a:spcAft>
                <a:spcPts val="0"/>
              </a:spcAft>
              <a:buSzPts val="1100"/>
              <a:buNone/>
              <a:defRPr/>
            </a:lvl9pPr>
          </a:lstStyle>
          <a:p/>
        </p:txBody>
      </p:sp>
      <p:sp>
        <p:nvSpPr>
          <p:cNvPr id="78" name="Google Shape;78;p12"/>
          <p:cNvSpPr txBox="1"/>
          <p:nvPr>
            <p:ph idx="11" type="ftr"/>
          </p:nvPr>
        </p:nvSpPr>
        <p:spPr>
          <a:xfrm>
            <a:off x="3028950" y="4767263"/>
            <a:ext cx="3086100" cy="273844"/>
          </a:xfrm>
          <a:prstGeom prst="rect">
            <a:avLst/>
          </a:prstGeom>
          <a:noFill/>
          <a:ln>
            <a:noFill/>
          </a:ln>
        </p:spPr>
        <p:txBody>
          <a:bodyPr anchorCtr="0" anchor="ctr" bIns="34275" lIns="68575" spcFirstLastPara="1" rIns="68575" wrap="square" tIns="34275">
            <a:noAutofit/>
          </a:bodyPr>
          <a:lstStyle>
            <a:lvl1pPr lvl="0" algn="ctr">
              <a:lnSpc>
                <a:spcPct val="100000"/>
              </a:lnSpc>
              <a:spcBef>
                <a:spcPts val="0"/>
              </a:spcBef>
              <a:spcAft>
                <a:spcPts val="0"/>
              </a:spcAft>
              <a:buSzPts val="1100"/>
              <a:buNone/>
              <a:defRPr/>
            </a:lvl1pPr>
            <a:lvl2pPr lvl="1" algn="l">
              <a:lnSpc>
                <a:spcPct val="100000"/>
              </a:lnSpc>
              <a:spcBef>
                <a:spcPts val="0"/>
              </a:spcBef>
              <a:spcAft>
                <a:spcPts val="0"/>
              </a:spcAft>
              <a:buSzPts val="1100"/>
              <a:buNone/>
              <a:defRPr/>
            </a:lvl2pPr>
            <a:lvl3pPr lvl="2" algn="l">
              <a:lnSpc>
                <a:spcPct val="100000"/>
              </a:lnSpc>
              <a:spcBef>
                <a:spcPts val="0"/>
              </a:spcBef>
              <a:spcAft>
                <a:spcPts val="0"/>
              </a:spcAft>
              <a:buSzPts val="1100"/>
              <a:buNone/>
              <a:defRPr/>
            </a:lvl3pPr>
            <a:lvl4pPr lvl="3" algn="l">
              <a:lnSpc>
                <a:spcPct val="100000"/>
              </a:lnSpc>
              <a:spcBef>
                <a:spcPts val="0"/>
              </a:spcBef>
              <a:spcAft>
                <a:spcPts val="0"/>
              </a:spcAft>
              <a:buSzPts val="1100"/>
              <a:buNone/>
              <a:defRPr/>
            </a:lvl4pPr>
            <a:lvl5pPr lvl="4" algn="l">
              <a:lnSpc>
                <a:spcPct val="100000"/>
              </a:lnSpc>
              <a:spcBef>
                <a:spcPts val="0"/>
              </a:spcBef>
              <a:spcAft>
                <a:spcPts val="0"/>
              </a:spcAft>
              <a:buSzPts val="1100"/>
              <a:buNone/>
              <a:defRPr/>
            </a:lvl5pPr>
            <a:lvl6pPr lvl="5" algn="l">
              <a:lnSpc>
                <a:spcPct val="100000"/>
              </a:lnSpc>
              <a:spcBef>
                <a:spcPts val="0"/>
              </a:spcBef>
              <a:spcAft>
                <a:spcPts val="0"/>
              </a:spcAft>
              <a:buSzPts val="1100"/>
              <a:buNone/>
              <a:defRPr/>
            </a:lvl6pPr>
            <a:lvl7pPr lvl="6" algn="l">
              <a:lnSpc>
                <a:spcPct val="100000"/>
              </a:lnSpc>
              <a:spcBef>
                <a:spcPts val="0"/>
              </a:spcBef>
              <a:spcAft>
                <a:spcPts val="0"/>
              </a:spcAft>
              <a:buSzPts val="1100"/>
              <a:buNone/>
              <a:defRPr/>
            </a:lvl7pPr>
            <a:lvl8pPr lvl="7" algn="l">
              <a:lnSpc>
                <a:spcPct val="100000"/>
              </a:lnSpc>
              <a:spcBef>
                <a:spcPts val="0"/>
              </a:spcBef>
              <a:spcAft>
                <a:spcPts val="0"/>
              </a:spcAft>
              <a:buSzPts val="1100"/>
              <a:buNone/>
              <a:defRPr/>
            </a:lvl8pPr>
            <a:lvl9pPr lvl="8" algn="l">
              <a:lnSpc>
                <a:spcPct val="100000"/>
              </a:lnSpc>
              <a:spcBef>
                <a:spcPts val="0"/>
              </a:spcBef>
              <a:spcAft>
                <a:spcPts val="0"/>
              </a:spcAft>
              <a:buSzPts val="1100"/>
              <a:buNone/>
              <a:defRPr/>
            </a:lvl9pPr>
          </a:lstStyle>
          <a:p/>
        </p:txBody>
      </p:sp>
      <p:sp>
        <p:nvSpPr>
          <p:cNvPr id="79" name="Google Shape;79;p12"/>
          <p:cNvSpPr txBox="1"/>
          <p:nvPr>
            <p:ph idx="12" type="sldNum"/>
          </p:nvPr>
        </p:nvSpPr>
        <p:spPr>
          <a:xfrm>
            <a:off x="6457950" y="4767263"/>
            <a:ext cx="2057400" cy="273844"/>
          </a:xfrm>
          <a:prstGeom prst="rect">
            <a:avLst/>
          </a:prstGeom>
          <a:noFill/>
          <a:ln>
            <a:noFill/>
          </a:ln>
        </p:spPr>
        <p:txBody>
          <a:bodyPr anchorCtr="0" anchor="ctr" bIns="34275" lIns="68575" spcFirstLastPara="1" rIns="68575" wrap="square" tIns="34275">
            <a:noAutofit/>
          </a:bodyPr>
          <a:lstStyle>
            <a:lvl1pPr indent="0" lvl="0" marL="0" marR="0" algn="r">
              <a:lnSpc>
                <a:spcPct val="100000"/>
              </a:lnSpc>
              <a:spcBef>
                <a:spcPts val="0"/>
              </a:spcBef>
              <a:spcAft>
                <a:spcPts val="0"/>
              </a:spcAft>
              <a:buClr>
                <a:srgbClr val="000000"/>
              </a:buClr>
              <a:buSzPts val="900"/>
              <a:buFont typeface="Arial"/>
              <a:buNone/>
              <a:defRPr b="0" i="0" sz="900" u="none" cap="none" strike="noStrike">
                <a:solidFill>
                  <a:srgbClr val="757575"/>
                </a:solidFill>
                <a:latin typeface="Arial"/>
                <a:ea typeface="Arial"/>
                <a:cs typeface="Arial"/>
                <a:sym typeface="Arial"/>
              </a:defRPr>
            </a:lvl1pPr>
            <a:lvl2pPr indent="0" lvl="1" marL="0" marR="0" algn="r">
              <a:lnSpc>
                <a:spcPct val="100000"/>
              </a:lnSpc>
              <a:spcBef>
                <a:spcPts val="0"/>
              </a:spcBef>
              <a:spcAft>
                <a:spcPts val="0"/>
              </a:spcAft>
              <a:buClr>
                <a:srgbClr val="000000"/>
              </a:buClr>
              <a:buSzPts val="900"/>
              <a:buFont typeface="Arial"/>
              <a:buNone/>
              <a:defRPr b="0" i="0" sz="900" u="none" cap="none" strike="noStrike">
                <a:solidFill>
                  <a:srgbClr val="757575"/>
                </a:solidFill>
                <a:latin typeface="Arial"/>
                <a:ea typeface="Arial"/>
                <a:cs typeface="Arial"/>
                <a:sym typeface="Arial"/>
              </a:defRPr>
            </a:lvl2pPr>
            <a:lvl3pPr indent="0" lvl="2" marL="0" marR="0" algn="r">
              <a:lnSpc>
                <a:spcPct val="100000"/>
              </a:lnSpc>
              <a:spcBef>
                <a:spcPts val="0"/>
              </a:spcBef>
              <a:spcAft>
                <a:spcPts val="0"/>
              </a:spcAft>
              <a:buClr>
                <a:srgbClr val="000000"/>
              </a:buClr>
              <a:buSzPts val="900"/>
              <a:buFont typeface="Arial"/>
              <a:buNone/>
              <a:defRPr b="0" i="0" sz="900" u="none" cap="none" strike="noStrike">
                <a:solidFill>
                  <a:srgbClr val="757575"/>
                </a:solidFill>
                <a:latin typeface="Arial"/>
                <a:ea typeface="Arial"/>
                <a:cs typeface="Arial"/>
                <a:sym typeface="Arial"/>
              </a:defRPr>
            </a:lvl3pPr>
            <a:lvl4pPr indent="0" lvl="3" marL="0" marR="0" algn="r">
              <a:lnSpc>
                <a:spcPct val="100000"/>
              </a:lnSpc>
              <a:spcBef>
                <a:spcPts val="0"/>
              </a:spcBef>
              <a:spcAft>
                <a:spcPts val="0"/>
              </a:spcAft>
              <a:buClr>
                <a:srgbClr val="000000"/>
              </a:buClr>
              <a:buSzPts val="900"/>
              <a:buFont typeface="Arial"/>
              <a:buNone/>
              <a:defRPr b="0" i="0" sz="900" u="none" cap="none" strike="noStrike">
                <a:solidFill>
                  <a:srgbClr val="757575"/>
                </a:solidFill>
                <a:latin typeface="Arial"/>
                <a:ea typeface="Arial"/>
                <a:cs typeface="Arial"/>
                <a:sym typeface="Arial"/>
              </a:defRPr>
            </a:lvl4pPr>
            <a:lvl5pPr indent="0" lvl="4" marL="0" marR="0" algn="r">
              <a:lnSpc>
                <a:spcPct val="100000"/>
              </a:lnSpc>
              <a:spcBef>
                <a:spcPts val="0"/>
              </a:spcBef>
              <a:spcAft>
                <a:spcPts val="0"/>
              </a:spcAft>
              <a:buClr>
                <a:srgbClr val="000000"/>
              </a:buClr>
              <a:buSzPts val="900"/>
              <a:buFont typeface="Arial"/>
              <a:buNone/>
              <a:defRPr b="0" i="0" sz="900" u="none" cap="none" strike="noStrike">
                <a:solidFill>
                  <a:srgbClr val="757575"/>
                </a:solidFill>
                <a:latin typeface="Arial"/>
                <a:ea typeface="Arial"/>
                <a:cs typeface="Arial"/>
                <a:sym typeface="Arial"/>
              </a:defRPr>
            </a:lvl5pPr>
            <a:lvl6pPr indent="0" lvl="5" marL="0" marR="0" algn="r">
              <a:lnSpc>
                <a:spcPct val="100000"/>
              </a:lnSpc>
              <a:spcBef>
                <a:spcPts val="0"/>
              </a:spcBef>
              <a:spcAft>
                <a:spcPts val="0"/>
              </a:spcAft>
              <a:buClr>
                <a:srgbClr val="000000"/>
              </a:buClr>
              <a:buSzPts val="900"/>
              <a:buFont typeface="Arial"/>
              <a:buNone/>
              <a:defRPr b="0" i="0" sz="900" u="none" cap="none" strike="noStrike">
                <a:solidFill>
                  <a:srgbClr val="757575"/>
                </a:solidFill>
                <a:latin typeface="Arial"/>
                <a:ea typeface="Arial"/>
                <a:cs typeface="Arial"/>
                <a:sym typeface="Arial"/>
              </a:defRPr>
            </a:lvl6pPr>
            <a:lvl7pPr indent="0" lvl="6" marL="0" marR="0" algn="r">
              <a:lnSpc>
                <a:spcPct val="100000"/>
              </a:lnSpc>
              <a:spcBef>
                <a:spcPts val="0"/>
              </a:spcBef>
              <a:spcAft>
                <a:spcPts val="0"/>
              </a:spcAft>
              <a:buClr>
                <a:srgbClr val="000000"/>
              </a:buClr>
              <a:buSzPts val="900"/>
              <a:buFont typeface="Arial"/>
              <a:buNone/>
              <a:defRPr b="0" i="0" sz="900" u="none" cap="none" strike="noStrike">
                <a:solidFill>
                  <a:srgbClr val="757575"/>
                </a:solidFill>
                <a:latin typeface="Arial"/>
                <a:ea typeface="Arial"/>
                <a:cs typeface="Arial"/>
                <a:sym typeface="Arial"/>
              </a:defRPr>
            </a:lvl7pPr>
            <a:lvl8pPr indent="0" lvl="7" marL="0" marR="0" algn="r">
              <a:lnSpc>
                <a:spcPct val="100000"/>
              </a:lnSpc>
              <a:spcBef>
                <a:spcPts val="0"/>
              </a:spcBef>
              <a:spcAft>
                <a:spcPts val="0"/>
              </a:spcAft>
              <a:buClr>
                <a:srgbClr val="000000"/>
              </a:buClr>
              <a:buSzPts val="900"/>
              <a:buFont typeface="Arial"/>
              <a:buNone/>
              <a:defRPr b="0" i="0" sz="900" u="none" cap="none" strike="noStrike">
                <a:solidFill>
                  <a:srgbClr val="757575"/>
                </a:solidFill>
                <a:latin typeface="Arial"/>
                <a:ea typeface="Arial"/>
                <a:cs typeface="Arial"/>
                <a:sym typeface="Arial"/>
              </a:defRPr>
            </a:lvl8pPr>
            <a:lvl9pPr indent="0" lvl="8" marL="0" marR="0" algn="r">
              <a:lnSpc>
                <a:spcPct val="100000"/>
              </a:lnSpc>
              <a:spcBef>
                <a:spcPts val="0"/>
              </a:spcBef>
              <a:spcAft>
                <a:spcPts val="0"/>
              </a:spcAft>
              <a:buClr>
                <a:srgbClr val="000000"/>
              </a:buClr>
              <a:buSzPts val="900"/>
              <a:buFont typeface="Arial"/>
              <a:buNone/>
              <a:defRPr b="0" i="0" sz="900" u="none" cap="none" strike="noStrike">
                <a:solidFill>
                  <a:srgbClr val="757575"/>
                </a:solidFill>
                <a:latin typeface="Arial"/>
                <a:ea typeface="Arial"/>
                <a:cs typeface="Arial"/>
                <a:sym typeface="Arial"/>
              </a:defRPr>
            </a:lvl9pPr>
          </a:lstStyle>
          <a:p>
            <a:pPr indent="0" lvl="0" marL="0" rtl="0" algn="r">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1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slide" type="title">
  <p:cSld name="TITLE">
    <p:spTree>
      <p:nvGrpSpPr>
        <p:cNvPr id="84" name="Shape 84"/>
        <p:cNvGrpSpPr/>
        <p:nvPr/>
      </p:nvGrpSpPr>
      <p:grpSpPr>
        <a:xfrm>
          <a:off x="0" y="0"/>
          <a:ext cx="0" cy="0"/>
          <a:chOff x="0" y="0"/>
          <a:chExt cx="0" cy="0"/>
        </a:xfrm>
      </p:grpSpPr>
      <p:sp>
        <p:nvSpPr>
          <p:cNvPr id="85" name="Google Shape;85;p14"/>
          <p:cNvSpPr txBox="1"/>
          <p:nvPr>
            <p:ph type="ctrTitle"/>
          </p:nvPr>
        </p:nvSpPr>
        <p:spPr>
          <a:xfrm>
            <a:off x="311708" y="744575"/>
            <a:ext cx="8520600" cy="2052600"/>
          </a:xfrm>
          <a:prstGeom prst="rect">
            <a:avLst/>
          </a:prstGeom>
          <a:noFill/>
          <a:ln>
            <a:noFill/>
          </a:ln>
        </p:spPr>
        <p:txBody>
          <a:bodyPr anchorCtr="0" anchor="b" bIns="91425" lIns="91425" spcFirstLastPara="1" rIns="91425" wrap="square" tIns="91425">
            <a:normAutofit/>
          </a:bodyPr>
          <a:lstStyle>
            <a:lvl1pPr lvl="0" algn="ctr">
              <a:lnSpc>
                <a:spcPct val="100000"/>
              </a:lnSpc>
              <a:spcBef>
                <a:spcPts val="0"/>
              </a:spcBef>
              <a:spcAft>
                <a:spcPts val="0"/>
              </a:spcAft>
              <a:buSzPts val="5200"/>
              <a:buNone/>
              <a:defRPr sz="5200"/>
            </a:lvl1pPr>
            <a:lvl2pPr lvl="1" algn="ctr">
              <a:lnSpc>
                <a:spcPct val="100000"/>
              </a:lnSpc>
              <a:spcBef>
                <a:spcPts val="0"/>
              </a:spcBef>
              <a:spcAft>
                <a:spcPts val="0"/>
              </a:spcAft>
              <a:buSzPts val="5200"/>
              <a:buNone/>
              <a:defRPr sz="5200"/>
            </a:lvl2pPr>
            <a:lvl3pPr lvl="2" algn="ctr">
              <a:lnSpc>
                <a:spcPct val="100000"/>
              </a:lnSpc>
              <a:spcBef>
                <a:spcPts val="0"/>
              </a:spcBef>
              <a:spcAft>
                <a:spcPts val="0"/>
              </a:spcAft>
              <a:buSzPts val="5200"/>
              <a:buNone/>
              <a:defRPr sz="5200"/>
            </a:lvl3pPr>
            <a:lvl4pPr lvl="3" algn="ctr">
              <a:lnSpc>
                <a:spcPct val="100000"/>
              </a:lnSpc>
              <a:spcBef>
                <a:spcPts val="0"/>
              </a:spcBef>
              <a:spcAft>
                <a:spcPts val="0"/>
              </a:spcAft>
              <a:buSzPts val="5200"/>
              <a:buNone/>
              <a:defRPr sz="5200"/>
            </a:lvl4pPr>
            <a:lvl5pPr lvl="4" algn="ctr">
              <a:lnSpc>
                <a:spcPct val="100000"/>
              </a:lnSpc>
              <a:spcBef>
                <a:spcPts val="0"/>
              </a:spcBef>
              <a:spcAft>
                <a:spcPts val="0"/>
              </a:spcAft>
              <a:buSzPts val="5200"/>
              <a:buNone/>
              <a:defRPr sz="5200"/>
            </a:lvl5pPr>
            <a:lvl6pPr lvl="5" algn="ctr">
              <a:lnSpc>
                <a:spcPct val="100000"/>
              </a:lnSpc>
              <a:spcBef>
                <a:spcPts val="0"/>
              </a:spcBef>
              <a:spcAft>
                <a:spcPts val="0"/>
              </a:spcAft>
              <a:buSzPts val="5200"/>
              <a:buNone/>
              <a:defRPr sz="5200"/>
            </a:lvl6pPr>
            <a:lvl7pPr lvl="6" algn="ctr">
              <a:lnSpc>
                <a:spcPct val="100000"/>
              </a:lnSpc>
              <a:spcBef>
                <a:spcPts val="0"/>
              </a:spcBef>
              <a:spcAft>
                <a:spcPts val="0"/>
              </a:spcAft>
              <a:buSzPts val="5200"/>
              <a:buNone/>
              <a:defRPr sz="5200"/>
            </a:lvl7pPr>
            <a:lvl8pPr lvl="7" algn="ctr">
              <a:lnSpc>
                <a:spcPct val="100000"/>
              </a:lnSpc>
              <a:spcBef>
                <a:spcPts val="0"/>
              </a:spcBef>
              <a:spcAft>
                <a:spcPts val="0"/>
              </a:spcAft>
              <a:buSzPts val="5200"/>
              <a:buNone/>
              <a:defRPr sz="5200"/>
            </a:lvl8pPr>
            <a:lvl9pPr lvl="8" algn="ctr">
              <a:lnSpc>
                <a:spcPct val="100000"/>
              </a:lnSpc>
              <a:spcBef>
                <a:spcPts val="0"/>
              </a:spcBef>
              <a:spcAft>
                <a:spcPts val="0"/>
              </a:spcAft>
              <a:buSzPts val="5200"/>
              <a:buNone/>
              <a:defRPr sz="5200"/>
            </a:lvl9pPr>
          </a:lstStyle>
          <a:p/>
        </p:txBody>
      </p:sp>
      <p:sp>
        <p:nvSpPr>
          <p:cNvPr id="86" name="Google Shape;86;p14"/>
          <p:cNvSpPr txBox="1"/>
          <p:nvPr>
            <p:ph idx="1" type="subTitle"/>
          </p:nvPr>
        </p:nvSpPr>
        <p:spPr>
          <a:xfrm>
            <a:off x="311700" y="2834125"/>
            <a:ext cx="8520600" cy="792600"/>
          </a:xfrm>
          <a:prstGeom prst="rect">
            <a:avLst/>
          </a:prstGeom>
          <a:noFill/>
          <a:ln>
            <a:noFill/>
          </a:ln>
        </p:spPr>
        <p:txBody>
          <a:bodyPr anchorCtr="0" anchor="t" bIns="91425" lIns="91425" spcFirstLastPara="1" rIns="91425" wrap="square" tIns="91425">
            <a:normAutofit/>
          </a:bodyPr>
          <a:lstStyle>
            <a:lvl1pPr lvl="0" algn="ctr">
              <a:lnSpc>
                <a:spcPct val="100000"/>
              </a:lnSpc>
              <a:spcBef>
                <a:spcPts val="0"/>
              </a:spcBef>
              <a:spcAft>
                <a:spcPts val="0"/>
              </a:spcAft>
              <a:buSzPts val="2800"/>
              <a:buNone/>
              <a:defRPr sz="2800"/>
            </a:lvl1pPr>
            <a:lvl2pPr lvl="1" algn="ctr">
              <a:lnSpc>
                <a:spcPct val="100000"/>
              </a:lnSpc>
              <a:spcBef>
                <a:spcPts val="0"/>
              </a:spcBef>
              <a:spcAft>
                <a:spcPts val="0"/>
              </a:spcAft>
              <a:buSzPts val="2800"/>
              <a:buNone/>
              <a:defRPr sz="2800"/>
            </a:lvl2pPr>
            <a:lvl3pPr lvl="2" algn="ctr">
              <a:lnSpc>
                <a:spcPct val="100000"/>
              </a:lnSpc>
              <a:spcBef>
                <a:spcPts val="0"/>
              </a:spcBef>
              <a:spcAft>
                <a:spcPts val="0"/>
              </a:spcAft>
              <a:buSzPts val="2800"/>
              <a:buNone/>
              <a:defRPr sz="2800"/>
            </a:lvl3pPr>
            <a:lvl4pPr lvl="3" algn="ctr">
              <a:lnSpc>
                <a:spcPct val="100000"/>
              </a:lnSpc>
              <a:spcBef>
                <a:spcPts val="0"/>
              </a:spcBef>
              <a:spcAft>
                <a:spcPts val="0"/>
              </a:spcAft>
              <a:buSzPts val="2800"/>
              <a:buNone/>
              <a:defRPr sz="2800"/>
            </a:lvl4pPr>
            <a:lvl5pPr lvl="4" algn="ctr">
              <a:lnSpc>
                <a:spcPct val="100000"/>
              </a:lnSpc>
              <a:spcBef>
                <a:spcPts val="0"/>
              </a:spcBef>
              <a:spcAft>
                <a:spcPts val="0"/>
              </a:spcAft>
              <a:buSzPts val="2800"/>
              <a:buNone/>
              <a:defRPr sz="2800"/>
            </a:lvl5pPr>
            <a:lvl6pPr lvl="5" algn="ctr">
              <a:lnSpc>
                <a:spcPct val="100000"/>
              </a:lnSpc>
              <a:spcBef>
                <a:spcPts val="0"/>
              </a:spcBef>
              <a:spcAft>
                <a:spcPts val="0"/>
              </a:spcAft>
              <a:buSzPts val="2800"/>
              <a:buNone/>
              <a:defRPr sz="2800"/>
            </a:lvl6pPr>
            <a:lvl7pPr lvl="6" algn="ctr">
              <a:lnSpc>
                <a:spcPct val="100000"/>
              </a:lnSpc>
              <a:spcBef>
                <a:spcPts val="0"/>
              </a:spcBef>
              <a:spcAft>
                <a:spcPts val="0"/>
              </a:spcAft>
              <a:buSzPts val="2800"/>
              <a:buNone/>
              <a:defRPr sz="2800"/>
            </a:lvl7pPr>
            <a:lvl8pPr lvl="7" algn="ctr">
              <a:lnSpc>
                <a:spcPct val="100000"/>
              </a:lnSpc>
              <a:spcBef>
                <a:spcPts val="0"/>
              </a:spcBef>
              <a:spcAft>
                <a:spcPts val="0"/>
              </a:spcAft>
              <a:buSzPts val="2800"/>
              <a:buNone/>
              <a:defRPr sz="2800"/>
            </a:lvl8pPr>
            <a:lvl9pPr lvl="8" algn="ctr">
              <a:lnSpc>
                <a:spcPct val="100000"/>
              </a:lnSpc>
              <a:spcBef>
                <a:spcPts val="0"/>
              </a:spcBef>
              <a:spcAft>
                <a:spcPts val="0"/>
              </a:spcAft>
              <a:buSzPts val="2800"/>
              <a:buNone/>
              <a:defRPr sz="2800"/>
            </a:lvl9pPr>
          </a:lstStyle>
          <a:p/>
        </p:txBody>
      </p:sp>
      <p:sp>
        <p:nvSpPr>
          <p:cNvPr id="87" name="Google Shape;87;p14"/>
          <p:cNvSpPr txBox="1"/>
          <p:nvPr>
            <p:ph idx="12" type="sldNum"/>
          </p:nvPr>
        </p:nvSpPr>
        <p:spPr>
          <a:xfrm>
            <a:off x="8472458" y="4663217"/>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9pPr>
          </a:lstStyle>
          <a:p>
            <a:pPr indent="0" lvl="0" marL="0" rtl="0" algn="r">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1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type="secHead">
  <p:cSld name="SECTION_HEADER">
    <p:spTree>
      <p:nvGrpSpPr>
        <p:cNvPr id="88" name="Shape 88"/>
        <p:cNvGrpSpPr/>
        <p:nvPr/>
      </p:nvGrpSpPr>
      <p:grpSpPr>
        <a:xfrm>
          <a:off x="0" y="0"/>
          <a:ext cx="0" cy="0"/>
          <a:chOff x="0" y="0"/>
          <a:chExt cx="0" cy="0"/>
        </a:xfrm>
      </p:grpSpPr>
      <p:sp>
        <p:nvSpPr>
          <p:cNvPr id="89" name="Google Shape;89;p15"/>
          <p:cNvSpPr txBox="1"/>
          <p:nvPr>
            <p:ph type="title"/>
          </p:nvPr>
        </p:nvSpPr>
        <p:spPr>
          <a:xfrm>
            <a:off x="311700" y="2150850"/>
            <a:ext cx="8520600" cy="841800"/>
          </a:xfrm>
          <a:prstGeom prst="rect">
            <a:avLst/>
          </a:prstGeom>
          <a:noFill/>
          <a:ln>
            <a:noFill/>
          </a:ln>
        </p:spPr>
        <p:txBody>
          <a:bodyPr anchorCtr="0" anchor="ctr" bIns="91425" lIns="91425" spcFirstLastPara="1" rIns="91425" wrap="square" tIns="91425">
            <a:normAutofit/>
          </a:bodyPr>
          <a:lstStyle>
            <a:lvl1pPr lvl="0" algn="ctr">
              <a:lnSpc>
                <a:spcPct val="100000"/>
              </a:lnSpc>
              <a:spcBef>
                <a:spcPts val="0"/>
              </a:spcBef>
              <a:spcAft>
                <a:spcPts val="0"/>
              </a:spcAft>
              <a:buSzPts val="3600"/>
              <a:buNone/>
              <a:defRPr sz="3600"/>
            </a:lvl1pPr>
            <a:lvl2pPr lvl="1" algn="ctr">
              <a:lnSpc>
                <a:spcPct val="100000"/>
              </a:lnSpc>
              <a:spcBef>
                <a:spcPts val="0"/>
              </a:spcBef>
              <a:spcAft>
                <a:spcPts val="0"/>
              </a:spcAft>
              <a:buSzPts val="3600"/>
              <a:buNone/>
              <a:defRPr sz="3600"/>
            </a:lvl2pPr>
            <a:lvl3pPr lvl="2" algn="ctr">
              <a:lnSpc>
                <a:spcPct val="100000"/>
              </a:lnSpc>
              <a:spcBef>
                <a:spcPts val="0"/>
              </a:spcBef>
              <a:spcAft>
                <a:spcPts val="0"/>
              </a:spcAft>
              <a:buSzPts val="3600"/>
              <a:buNone/>
              <a:defRPr sz="3600"/>
            </a:lvl3pPr>
            <a:lvl4pPr lvl="3" algn="ctr">
              <a:lnSpc>
                <a:spcPct val="100000"/>
              </a:lnSpc>
              <a:spcBef>
                <a:spcPts val="0"/>
              </a:spcBef>
              <a:spcAft>
                <a:spcPts val="0"/>
              </a:spcAft>
              <a:buSzPts val="3600"/>
              <a:buNone/>
              <a:defRPr sz="3600"/>
            </a:lvl4pPr>
            <a:lvl5pPr lvl="4" algn="ctr">
              <a:lnSpc>
                <a:spcPct val="100000"/>
              </a:lnSpc>
              <a:spcBef>
                <a:spcPts val="0"/>
              </a:spcBef>
              <a:spcAft>
                <a:spcPts val="0"/>
              </a:spcAft>
              <a:buSzPts val="3600"/>
              <a:buNone/>
              <a:defRPr sz="3600"/>
            </a:lvl5pPr>
            <a:lvl6pPr lvl="5" algn="ctr">
              <a:lnSpc>
                <a:spcPct val="100000"/>
              </a:lnSpc>
              <a:spcBef>
                <a:spcPts val="0"/>
              </a:spcBef>
              <a:spcAft>
                <a:spcPts val="0"/>
              </a:spcAft>
              <a:buSzPts val="3600"/>
              <a:buNone/>
              <a:defRPr sz="3600"/>
            </a:lvl6pPr>
            <a:lvl7pPr lvl="6" algn="ctr">
              <a:lnSpc>
                <a:spcPct val="100000"/>
              </a:lnSpc>
              <a:spcBef>
                <a:spcPts val="0"/>
              </a:spcBef>
              <a:spcAft>
                <a:spcPts val="0"/>
              </a:spcAft>
              <a:buSzPts val="3600"/>
              <a:buNone/>
              <a:defRPr sz="3600"/>
            </a:lvl7pPr>
            <a:lvl8pPr lvl="7" algn="ctr">
              <a:lnSpc>
                <a:spcPct val="100000"/>
              </a:lnSpc>
              <a:spcBef>
                <a:spcPts val="0"/>
              </a:spcBef>
              <a:spcAft>
                <a:spcPts val="0"/>
              </a:spcAft>
              <a:buSzPts val="3600"/>
              <a:buNone/>
              <a:defRPr sz="3600"/>
            </a:lvl8pPr>
            <a:lvl9pPr lvl="8" algn="ctr">
              <a:lnSpc>
                <a:spcPct val="100000"/>
              </a:lnSpc>
              <a:spcBef>
                <a:spcPts val="0"/>
              </a:spcBef>
              <a:spcAft>
                <a:spcPts val="0"/>
              </a:spcAft>
              <a:buSzPts val="3600"/>
              <a:buNone/>
              <a:defRPr sz="3600"/>
            </a:lvl9pPr>
          </a:lstStyle>
          <a:p/>
        </p:txBody>
      </p:sp>
      <p:sp>
        <p:nvSpPr>
          <p:cNvPr id="90" name="Google Shape;90;p15"/>
          <p:cNvSpPr txBox="1"/>
          <p:nvPr>
            <p:ph idx="12" type="sldNum"/>
          </p:nvPr>
        </p:nvSpPr>
        <p:spPr>
          <a:xfrm>
            <a:off x="8472458" y="4663217"/>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9pPr>
          </a:lstStyle>
          <a:p>
            <a:pPr indent="0" lvl="0" marL="0" rtl="0" algn="r">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1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body" type="tx">
  <p:cSld name="TITLE_AND_BODY">
    <p:spTree>
      <p:nvGrpSpPr>
        <p:cNvPr id="91" name="Shape 91"/>
        <p:cNvGrpSpPr/>
        <p:nvPr/>
      </p:nvGrpSpPr>
      <p:grpSpPr>
        <a:xfrm>
          <a:off x="0" y="0"/>
          <a:ext cx="0" cy="0"/>
          <a:chOff x="0" y="0"/>
          <a:chExt cx="0" cy="0"/>
        </a:xfrm>
      </p:grpSpPr>
      <p:sp>
        <p:nvSpPr>
          <p:cNvPr id="92" name="Google Shape;92;p16"/>
          <p:cNvSpPr txBox="1"/>
          <p:nvPr>
            <p:ph type="title"/>
          </p:nvPr>
        </p:nvSpPr>
        <p:spPr>
          <a:xfrm>
            <a:off x="311700" y="445025"/>
            <a:ext cx="8520600" cy="5727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SzPts val="2800"/>
              <a:buNone/>
              <a:defRPr/>
            </a:lvl1pPr>
            <a:lvl2pPr lvl="1" algn="l">
              <a:lnSpc>
                <a:spcPct val="100000"/>
              </a:lnSpc>
              <a:spcBef>
                <a:spcPts val="0"/>
              </a:spcBef>
              <a:spcAft>
                <a:spcPts val="0"/>
              </a:spcAft>
              <a:buSzPts val="2800"/>
              <a:buNone/>
              <a:defRPr/>
            </a:lvl2pPr>
            <a:lvl3pPr lvl="2" algn="l">
              <a:lnSpc>
                <a:spcPct val="100000"/>
              </a:lnSpc>
              <a:spcBef>
                <a:spcPts val="0"/>
              </a:spcBef>
              <a:spcAft>
                <a:spcPts val="0"/>
              </a:spcAft>
              <a:buSzPts val="2800"/>
              <a:buNone/>
              <a:defRPr/>
            </a:lvl3pPr>
            <a:lvl4pPr lvl="3" algn="l">
              <a:lnSpc>
                <a:spcPct val="100000"/>
              </a:lnSpc>
              <a:spcBef>
                <a:spcPts val="0"/>
              </a:spcBef>
              <a:spcAft>
                <a:spcPts val="0"/>
              </a:spcAft>
              <a:buSzPts val="2800"/>
              <a:buNone/>
              <a:defRPr/>
            </a:lvl4pPr>
            <a:lvl5pPr lvl="4" algn="l">
              <a:lnSpc>
                <a:spcPct val="100000"/>
              </a:lnSpc>
              <a:spcBef>
                <a:spcPts val="0"/>
              </a:spcBef>
              <a:spcAft>
                <a:spcPts val="0"/>
              </a:spcAft>
              <a:buSzPts val="2800"/>
              <a:buNone/>
              <a:defRPr/>
            </a:lvl5pPr>
            <a:lvl6pPr lvl="5" algn="l">
              <a:lnSpc>
                <a:spcPct val="100000"/>
              </a:lnSpc>
              <a:spcBef>
                <a:spcPts val="0"/>
              </a:spcBef>
              <a:spcAft>
                <a:spcPts val="0"/>
              </a:spcAft>
              <a:buSzPts val="2800"/>
              <a:buNone/>
              <a:defRPr/>
            </a:lvl6pPr>
            <a:lvl7pPr lvl="6" algn="l">
              <a:lnSpc>
                <a:spcPct val="100000"/>
              </a:lnSpc>
              <a:spcBef>
                <a:spcPts val="0"/>
              </a:spcBef>
              <a:spcAft>
                <a:spcPts val="0"/>
              </a:spcAft>
              <a:buSzPts val="2800"/>
              <a:buNone/>
              <a:defRPr/>
            </a:lvl7pPr>
            <a:lvl8pPr lvl="7" algn="l">
              <a:lnSpc>
                <a:spcPct val="100000"/>
              </a:lnSpc>
              <a:spcBef>
                <a:spcPts val="0"/>
              </a:spcBef>
              <a:spcAft>
                <a:spcPts val="0"/>
              </a:spcAft>
              <a:buSzPts val="2800"/>
              <a:buNone/>
              <a:defRPr/>
            </a:lvl8pPr>
            <a:lvl9pPr lvl="8" algn="l">
              <a:lnSpc>
                <a:spcPct val="100000"/>
              </a:lnSpc>
              <a:spcBef>
                <a:spcPts val="0"/>
              </a:spcBef>
              <a:spcAft>
                <a:spcPts val="0"/>
              </a:spcAft>
              <a:buSzPts val="2800"/>
              <a:buNone/>
              <a:defRPr/>
            </a:lvl9pPr>
          </a:lstStyle>
          <a:p/>
        </p:txBody>
      </p:sp>
      <p:sp>
        <p:nvSpPr>
          <p:cNvPr id="93" name="Google Shape;93;p16"/>
          <p:cNvSpPr txBox="1"/>
          <p:nvPr>
            <p:ph idx="1" type="body"/>
          </p:nvPr>
        </p:nvSpPr>
        <p:spPr>
          <a:xfrm>
            <a:off x="311700" y="1152475"/>
            <a:ext cx="8520600" cy="3416400"/>
          </a:xfrm>
          <a:prstGeom prst="rect">
            <a:avLst/>
          </a:prstGeom>
          <a:noFill/>
          <a:ln>
            <a:noFill/>
          </a:ln>
        </p:spPr>
        <p:txBody>
          <a:bodyPr anchorCtr="0" anchor="t" bIns="91425" lIns="91425" spcFirstLastPara="1" rIns="91425" wrap="square" tIns="91425">
            <a:normAutofit/>
          </a:bodyPr>
          <a:lstStyle>
            <a:lvl1pPr indent="-342900" lvl="0" marL="457200" algn="l">
              <a:lnSpc>
                <a:spcPct val="115000"/>
              </a:lnSpc>
              <a:spcBef>
                <a:spcPts val="0"/>
              </a:spcBef>
              <a:spcAft>
                <a:spcPts val="0"/>
              </a:spcAft>
              <a:buSzPts val="1800"/>
              <a:buChar char="●"/>
              <a:defRPr/>
            </a:lvl1pPr>
            <a:lvl2pPr indent="-317500" lvl="1" marL="914400" algn="l">
              <a:lnSpc>
                <a:spcPct val="115000"/>
              </a:lnSpc>
              <a:spcBef>
                <a:spcPts val="0"/>
              </a:spcBef>
              <a:spcAft>
                <a:spcPts val="0"/>
              </a:spcAft>
              <a:buSzPts val="1400"/>
              <a:buChar char="○"/>
              <a:defRPr/>
            </a:lvl2pPr>
            <a:lvl3pPr indent="-317500" lvl="2" marL="1371600" algn="l">
              <a:lnSpc>
                <a:spcPct val="115000"/>
              </a:lnSpc>
              <a:spcBef>
                <a:spcPts val="0"/>
              </a:spcBef>
              <a:spcAft>
                <a:spcPts val="0"/>
              </a:spcAft>
              <a:buSzPts val="1400"/>
              <a:buChar char="■"/>
              <a:defRPr/>
            </a:lvl3pPr>
            <a:lvl4pPr indent="-317500" lvl="3" marL="1828800" algn="l">
              <a:lnSpc>
                <a:spcPct val="115000"/>
              </a:lnSpc>
              <a:spcBef>
                <a:spcPts val="0"/>
              </a:spcBef>
              <a:spcAft>
                <a:spcPts val="0"/>
              </a:spcAft>
              <a:buSzPts val="1400"/>
              <a:buChar char="●"/>
              <a:defRPr/>
            </a:lvl4pPr>
            <a:lvl5pPr indent="-317500" lvl="4" marL="2286000" algn="l">
              <a:lnSpc>
                <a:spcPct val="115000"/>
              </a:lnSpc>
              <a:spcBef>
                <a:spcPts val="0"/>
              </a:spcBef>
              <a:spcAft>
                <a:spcPts val="0"/>
              </a:spcAft>
              <a:buSzPts val="1400"/>
              <a:buChar char="○"/>
              <a:defRPr/>
            </a:lvl5pPr>
            <a:lvl6pPr indent="-317500" lvl="5" marL="2743200" algn="l">
              <a:lnSpc>
                <a:spcPct val="115000"/>
              </a:lnSpc>
              <a:spcBef>
                <a:spcPts val="0"/>
              </a:spcBef>
              <a:spcAft>
                <a:spcPts val="0"/>
              </a:spcAft>
              <a:buSzPts val="1400"/>
              <a:buChar char="■"/>
              <a:defRPr/>
            </a:lvl6pPr>
            <a:lvl7pPr indent="-317500" lvl="6" marL="3200400" algn="l">
              <a:lnSpc>
                <a:spcPct val="115000"/>
              </a:lnSpc>
              <a:spcBef>
                <a:spcPts val="0"/>
              </a:spcBef>
              <a:spcAft>
                <a:spcPts val="0"/>
              </a:spcAft>
              <a:buSzPts val="1400"/>
              <a:buChar char="●"/>
              <a:defRPr/>
            </a:lvl7pPr>
            <a:lvl8pPr indent="-317500" lvl="7" marL="3657600" algn="l">
              <a:lnSpc>
                <a:spcPct val="115000"/>
              </a:lnSpc>
              <a:spcBef>
                <a:spcPts val="0"/>
              </a:spcBef>
              <a:spcAft>
                <a:spcPts val="0"/>
              </a:spcAft>
              <a:buSzPts val="1400"/>
              <a:buChar char="○"/>
              <a:defRPr/>
            </a:lvl8pPr>
            <a:lvl9pPr indent="-317500" lvl="8" marL="4114800" algn="l">
              <a:lnSpc>
                <a:spcPct val="115000"/>
              </a:lnSpc>
              <a:spcBef>
                <a:spcPts val="0"/>
              </a:spcBef>
              <a:spcAft>
                <a:spcPts val="0"/>
              </a:spcAft>
              <a:buSzPts val="1400"/>
              <a:buChar char="■"/>
              <a:defRPr/>
            </a:lvl9pPr>
          </a:lstStyle>
          <a:p/>
        </p:txBody>
      </p:sp>
      <p:sp>
        <p:nvSpPr>
          <p:cNvPr id="94" name="Google Shape;94;p16"/>
          <p:cNvSpPr txBox="1"/>
          <p:nvPr>
            <p:ph idx="12" type="sldNum"/>
          </p:nvPr>
        </p:nvSpPr>
        <p:spPr>
          <a:xfrm>
            <a:off x="8472458" y="4663217"/>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9pPr>
          </a:lstStyle>
          <a:p>
            <a:pPr indent="0" lvl="0" marL="0" rtl="0" algn="r">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1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two columns" type="twoColTx">
  <p:cSld name="TITLE_AND_TWO_COLUMNS">
    <p:spTree>
      <p:nvGrpSpPr>
        <p:cNvPr id="95" name="Shape 95"/>
        <p:cNvGrpSpPr/>
        <p:nvPr/>
      </p:nvGrpSpPr>
      <p:grpSpPr>
        <a:xfrm>
          <a:off x="0" y="0"/>
          <a:ext cx="0" cy="0"/>
          <a:chOff x="0" y="0"/>
          <a:chExt cx="0" cy="0"/>
        </a:xfrm>
      </p:grpSpPr>
      <p:sp>
        <p:nvSpPr>
          <p:cNvPr id="96" name="Google Shape;96;p17"/>
          <p:cNvSpPr txBox="1"/>
          <p:nvPr>
            <p:ph type="title"/>
          </p:nvPr>
        </p:nvSpPr>
        <p:spPr>
          <a:xfrm>
            <a:off x="311700" y="445025"/>
            <a:ext cx="8520600" cy="5727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SzPts val="2800"/>
              <a:buNone/>
              <a:defRPr/>
            </a:lvl1pPr>
            <a:lvl2pPr lvl="1" algn="l">
              <a:lnSpc>
                <a:spcPct val="100000"/>
              </a:lnSpc>
              <a:spcBef>
                <a:spcPts val="0"/>
              </a:spcBef>
              <a:spcAft>
                <a:spcPts val="0"/>
              </a:spcAft>
              <a:buSzPts val="2800"/>
              <a:buNone/>
              <a:defRPr/>
            </a:lvl2pPr>
            <a:lvl3pPr lvl="2" algn="l">
              <a:lnSpc>
                <a:spcPct val="100000"/>
              </a:lnSpc>
              <a:spcBef>
                <a:spcPts val="0"/>
              </a:spcBef>
              <a:spcAft>
                <a:spcPts val="0"/>
              </a:spcAft>
              <a:buSzPts val="2800"/>
              <a:buNone/>
              <a:defRPr/>
            </a:lvl3pPr>
            <a:lvl4pPr lvl="3" algn="l">
              <a:lnSpc>
                <a:spcPct val="100000"/>
              </a:lnSpc>
              <a:spcBef>
                <a:spcPts val="0"/>
              </a:spcBef>
              <a:spcAft>
                <a:spcPts val="0"/>
              </a:spcAft>
              <a:buSzPts val="2800"/>
              <a:buNone/>
              <a:defRPr/>
            </a:lvl4pPr>
            <a:lvl5pPr lvl="4" algn="l">
              <a:lnSpc>
                <a:spcPct val="100000"/>
              </a:lnSpc>
              <a:spcBef>
                <a:spcPts val="0"/>
              </a:spcBef>
              <a:spcAft>
                <a:spcPts val="0"/>
              </a:spcAft>
              <a:buSzPts val="2800"/>
              <a:buNone/>
              <a:defRPr/>
            </a:lvl5pPr>
            <a:lvl6pPr lvl="5" algn="l">
              <a:lnSpc>
                <a:spcPct val="100000"/>
              </a:lnSpc>
              <a:spcBef>
                <a:spcPts val="0"/>
              </a:spcBef>
              <a:spcAft>
                <a:spcPts val="0"/>
              </a:spcAft>
              <a:buSzPts val="2800"/>
              <a:buNone/>
              <a:defRPr/>
            </a:lvl6pPr>
            <a:lvl7pPr lvl="6" algn="l">
              <a:lnSpc>
                <a:spcPct val="100000"/>
              </a:lnSpc>
              <a:spcBef>
                <a:spcPts val="0"/>
              </a:spcBef>
              <a:spcAft>
                <a:spcPts val="0"/>
              </a:spcAft>
              <a:buSzPts val="2800"/>
              <a:buNone/>
              <a:defRPr/>
            </a:lvl7pPr>
            <a:lvl8pPr lvl="7" algn="l">
              <a:lnSpc>
                <a:spcPct val="100000"/>
              </a:lnSpc>
              <a:spcBef>
                <a:spcPts val="0"/>
              </a:spcBef>
              <a:spcAft>
                <a:spcPts val="0"/>
              </a:spcAft>
              <a:buSzPts val="2800"/>
              <a:buNone/>
              <a:defRPr/>
            </a:lvl8pPr>
            <a:lvl9pPr lvl="8" algn="l">
              <a:lnSpc>
                <a:spcPct val="100000"/>
              </a:lnSpc>
              <a:spcBef>
                <a:spcPts val="0"/>
              </a:spcBef>
              <a:spcAft>
                <a:spcPts val="0"/>
              </a:spcAft>
              <a:buSzPts val="2800"/>
              <a:buNone/>
              <a:defRPr/>
            </a:lvl9pPr>
          </a:lstStyle>
          <a:p/>
        </p:txBody>
      </p:sp>
      <p:sp>
        <p:nvSpPr>
          <p:cNvPr id="97" name="Google Shape;97;p17"/>
          <p:cNvSpPr txBox="1"/>
          <p:nvPr>
            <p:ph idx="1" type="body"/>
          </p:nvPr>
        </p:nvSpPr>
        <p:spPr>
          <a:xfrm>
            <a:off x="311700" y="1152475"/>
            <a:ext cx="3999900" cy="3416400"/>
          </a:xfrm>
          <a:prstGeom prst="rect">
            <a:avLst/>
          </a:prstGeom>
          <a:noFill/>
          <a:ln>
            <a:noFill/>
          </a:ln>
        </p:spPr>
        <p:txBody>
          <a:bodyPr anchorCtr="0" anchor="t" bIns="91425" lIns="91425" spcFirstLastPara="1" rIns="91425" wrap="square" tIns="91425">
            <a:normAutofit/>
          </a:bodyPr>
          <a:lstStyle>
            <a:lvl1pPr indent="-317500" lvl="0" marL="457200" algn="l">
              <a:lnSpc>
                <a:spcPct val="115000"/>
              </a:lnSpc>
              <a:spcBef>
                <a:spcPts val="0"/>
              </a:spcBef>
              <a:spcAft>
                <a:spcPts val="0"/>
              </a:spcAft>
              <a:buSzPts val="1400"/>
              <a:buChar char="●"/>
              <a:defRPr sz="1400"/>
            </a:lvl1pPr>
            <a:lvl2pPr indent="-304800" lvl="1" marL="914400" algn="l">
              <a:lnSpc>
                <a:spcPct val="115000"/>
              </a:lnSpc>
              <a:spcBef>
                <a:spcPts val="0"/>
              </a:spcBef>
              <a:spcAft>
                <a:spcPts val="0"/>
              </a:spcAft>
              <a:buSzPts val="1200"/>
              <a:buChar char="○"/>
              <a:defRPr sz="1200"/>
            </a:lvl2pPr>
            <a:lvl3pPr indent="-304800" lvl="2" marL="1371600" algn="l">
              <a:lnSpc>
                <a:spcPct val="115000"/>
              </a:lnSpc>
              <a:spcBef>
                <a:spcPts val="0"/>
              </a:spcBef>
              <a:spcAft>
                <a:spcPts val="0"/>
              </a:spcAft>
              <a:buSzPts val="1200"/>
              <a:buChar char="■"/>
              <a:defRPr sz="1200"/>
            </a:lvl3pPr>
            <a:lvl4pPr indent="-304800" lvl="3" marL="1828800" algn="l">
              <a:lnSpc>
                <a:spcPct val="115000"/>
              </a:lnSpc>
              <a:spcBef>
                <a:spcPts val="0"/>
              </a:spcBef>
              <a:spcAft>
                <a:spcPts val="0"/>
              </a:spcAft>
              <a:buSzPts val="1200"/>
              <a:buChar char="●"/>
              <a:defRPr sz="1200"/>
            </a:lvl4pPr>
            <a:lvl5pPr indent="-304800" lvl="4" marL="2286000" algn="l">
              <a:lnSpc>
                <a:spcPct val="115000"/>
              </a:lnSpc>
              <a:spcBef>
                <a:spcPts val="0"/>
              </a:spcBef>
              <a:spcAft>
                <a:spcPts val="0"/>
              </a:spcAft>
              <a:buSzPts val="1200"/>
              <a:buChar char="○"/>
              <a:defRPr sz="1200"/>
            </a:lvl5pPr>
            <a:lvl6pPr indent="-304800" lvl="5" marL="2743200" algn="l">
              <a:lnSpc>
                <a:spcPct val="115000"/>
              </a:lnSpc>
              <a:spcBef>
                <a:spcPts val="0"/>
              </a:spcBef>
              <a:spcAft>
                <a:spcPts val="0"/>
              </a:spcAft>
              <a:buSzPts val="1200"/>
              <a:buChar char="■"/>
              <a:defRPr sz="1200"/>
            </a:lvl6pPr>
            <a:lvl7pPr indent="-304800" lvl="6" marL="3200400" algn="l">
              <a:lnSpc>
                <a:spcPct val="115000"/>
              </a:lnSpc>
              <a:spcBef>
                <a:spcPts val="0"/>
              </a:spcBef>
              <a:spcAft>
                <a:spcPts val="0"/>
              </a:spcAft>
              <a:buSzPts val="1200"/>
              <a:buChar char="●"/>
              <a:defRPr sz="1200"/>
            </a:lvl7pPr>
            <a:lvl8pPr indent="-304800" lvl="7" marL="3657600" algn="l">
              <a:lnSpc>
                <a:spcPct val="115000"/>
              </a:lnSpc>
              <a:spcBef>
                <a:spcPts val="0"/>
              </a:spcBef>
              <a:spcAft>
                <a:spcPts val="0"/>
              </a:spcAft>
              <a:buSzPts val="1200"/>
              <a:buChar char="○"/>
              <a:defRPr sz="1200"/>
            </a:lvl8pPr>
            <a:lvl9pPr indent="-304800" lvl="8" marL="4114800" algn="l">
              <a:lnSpc>
                <a:spcPct val="115000"/>
              </a:lnSpc>
              <a:spcBef>
                <a:spcPts val="0"/>
              </a:spcBef>
              <a:spcAft>
                <a:spcPts val="0"/>
              </a:spcAft>
              <a:buSzPts val="1200"/>
              <a:buChar char="■"/>
              <a:defRPr sz="1200"/>
            </a:lvl9pPr>
          </a:lstStyle>
          <a:p/>
        </p:txBody>
      </p:sp>
      <p:sp>
        <p:nvSpPr>
          <p:cNvPr id="98" name="Google Shape;98;p17"/>
          <p:cNvSpPr txBox="1"/>
          <p:nvPr>
            <p:ph idx="2" type="body"/>
          </p:nvPr>
        </p:nvSpPr>
        <p:spPr>
          <a:xfrm>
            <a:off x="4832400" y="1152475"/>
            <a:ext cx="3999900" cy="3416400"/>
          </a:xfrm>
          <a:prstGeom prst="rect">
            <a:avLst/>
          </a:prstGeom>
          <a:noFill/>
          <a:ln>
            <a:noFill/>
          </a:ln>
        </p:spPr>
        <p:txBody>
          <a:bodyPr anchorCtr="0" anchor="t" bIns="91425" lIns="91425" spcFirstLastPara="1" rIns="91425" wrap="square" tIns="91425">
            <a:normAutofit/>
          </a:bodyPr>
          <a:lstStyle>
            <a:lvl1pPr indent="-317500" lvl="0" marL="457200" algn="l">
              <a:lnSpc>
                <a:spcPct val="115000"/>
              </a:lnSpc>
              <a:spcBef>
                <a:spcPts val="0"/>
              </a:spcBef>
              <a:spcAft>
                <a:spcPts val="0"/>
              </a:spcAft>
              <a:buSzPts val="1400"/>
              <a:buChar char="●"/>
              <a:defRPr sz="1400"/>
            </a:lvl1pPr>
            <a:lvl2pPr indent="-304800" lvl="1" marL="914400" algn="l">
              <a:lnSpc>
                <a:spcPct val="115000"/>
              </a:lnSpc>
              <a:spcBef>
                <a:spcPts val="0"/>
              </a:spcBef>
              <a:spcAft>
                <a:spcPts val="0"/>
              </a:spcAft>
              <a:buSzPts val="1200"/>
              <a:buChar char="○"/>
              <a:defRPr sz="1200"/>
            </a:lvl2pPr>
            <a:lvl3pPr indent="-304800" lvl="2" marL="1371600" algn="l">
              <a:lnSpc>
                <a:spcPct val="115000"/>
              </a:lnSpc>
              <a:spcBef>
                <a:spcPts val="0"/>
              </a:spcBef>
              <a:spcAft>
                <a:spcPts val="0"/>
              </a:spcAft>
              <a:buSzPts val="1200"/>
              <a:buChar char="■"/>
              <a:defRPr sz="1200"/>
            </a:lvl3pPr>
            <a:lvl4pPr indent="-304800" lvl="3" marL="1828800" algn="l">
              <a:lnSpc>
                <a:spcPct val="115000"/>
              </a:lnSpc>
              <a:spcBef>
                <a:spcPts val="0"/>
              </a:spcBef>
              <a:spcAft>
                <a:spcPts val="0"/>
              </a:spcAft>
              <a:buSzPts val="1200"/>
              <a:buChar char="●"/>
              <a:defRPr sz="1200"/>
            </a:lvl4pPr>
            <a:lvl5pPr indent="-304800" lvl="4" marL="2286000" algn="l">
              <a:lnSpc>
                <a:spcPct val="115000"/>
              </a:lnSpc>
              <a:spcBef>
                <a:spcPts val="0"/>
              </a:spcBef>
              <a:spcAft>
                <a:spcPts val="0"/>
              </a:spcAft>
              <a:buSzPts val="1200"/>
              <a:buChar char="○"/>
              <a:defRPr sz="1200"/>
            </a:lvl5pPr>
            <a:lvl6pPr indent="-304800" lvl="5" marL="2743200" algn="l">
              <a:lnSpc>
                <a:spcPct val="115000"/>
              </a:lnSpc>
              <a:spcBef>
                <a:spcPts val="0"/>
              </a:spcBef>
              <a:spcAft>
                <a:spcPts val="0"/>
              </a:spcAft>
              <a:buSzPts val="1200"/>
              <a:buChar char="■"/>
              <a:defRPr sz="1200"/>
            </a:lvl6pPr>
            <a:lvl7pPr indent="-304800" lvl="6" marL="3200400" algn="l">
              <a:lnSpc>
                <a:spcPct val="115000"/>
              </a:lnSpc>
              <a:spcBef>
                <a:spcPts val="0"/>
              </a:spcBef>
              <a:spcAft>
                <a:spcPts val="0"/>
              </a:spcAft>
              <a:buSzPts val="1200"/>
              <a:buChar char="●"/>
              <a:defRPr sz="1200"/>
            </a:lvl7pPr>
            <a:lvl8pPr indent="-304800" lvl="7" marL="3657600" algn="l">
              <a:lnSpc>
                <a:spcPct val="115000"/>
              </a:lnSpc>
              <a:spcBef>
                <a:spcPts val="0"/>
              </a:spcBef>
              <a:spcAft>
                <a:spcPts val="0"/>
              </a:spcAft>
              <a:buSzPts val="1200"/>
              <a:buChar char="○"/>
              <a:defRPr sz="1200"/>
            </a:lvl8pPr>
            <a:lvl9pPr indent="-304800" lvl="8" marL="4114800" algn="l">
              <a:lnSpc>
                <a:spcPct val="115000"/>
              </a:lnSpc>
              <a:spcBef>
                <a:spcPts val="0"/>
              </a:spcBef>
              <a:spcAft>
                <a:spcPts val="0"/>
              </a:spcAft>
              <a:buSzPts val="1200"/>
              <a:buChar char="■"/>
              <a:defRPr sz="1200"/>
            </a:lvl9pPr>
          </a:lstStyle>
          <a:p/>
        </p:txBody>
      </p:sp>
      <p:sp>
        <p:nvSpPr>
          <p:cNvPr id="99" name="Google Shape;99;p17"/>
          <p:cNvSpPr txBox="1"/>
          <p:nvPr>
            <p:ph idx="12" type="sldNum"/>
          </p:nvPr>
        </p:nvSpPr>
        <p:spPr>
          <a:xfrm>
            <a:off x="8472458" y="4663217"/>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9pPr>
          </a:lstStyle>
          <a:p>
            <a:pPr indent="0" lvl="0" marL="0" rtl="0" algn="r">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1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only" type="titleOnly">
  <p:cSld name="TITLE_ONLY">
    <p:spTree>
      <p:nvGrpSpPr>
        <p:cNvPr id="100" name="Shape 100"/>
        <p:cNvGrpSpPr/>
        <p:nvPr/>
      </p:nvGrpSpPr>
      <p:grpSpPr>
        <a:xfrm>
          <a:off x="0" y="0"/>
          <a:ext cx="0" cy="0"/>
          <a:chOff x="0" y="0"/>
          <a:chExt cx="0" cy="0"/>
        </a:xfrm>
      </p:grpSpPr>
      <p:sp>
        <p:nvSpPr>
          <p:cNvPr id="101" name="Google Shape;101;p18"/>
          <p:cNvSpPr txBox="1"/>
          <p:nvPr>
            <p:ph type="title"/>
          </p:nvPr>
        </p:nvSpPr>
        <p:spPr>
          <a:xfrm>
            <a:off x="311700" y="445025"/>
            <a:ext cx="8520600" cy="5727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SzPts val="2800"/>
              <a:buNone/>
              <a:defRPr/>
            </a:lvl1pPr>
            <a:lvl2pPr lvl="1" algn="l">
              <a:lnSpc>
                <a:spcPct val="100000"/>
              </a:lnSpc>
              <a:spcBef>
                <a:spcPts val="0"/>
              </a:spcBef>
              <a:spcAft>
                <a:spcPts val="0"/>
              </a:spcAft>
              <a:buSzPts val="2800"/>
              <a:buNone/>
              <a:defRPr/>
            </a:lvl2pPr>
            <a:lvl3pPr lvl="2" algn="l">
              <a:lnSpc>
                <a:spcPct val="100000"/>
              </a:lnSpc>
              <a:spcBef>
                <a:spcPts val="0"/>
              </a:spcBef>
              <a:spcAft>
                <a:spcPts val="0"/>
              </a:spcAft>
              <a:buSzPts val="2800"/>
              <a:buNone/>
              <a:defRPr/>
            </a:lvl3pPr>
            <a:lvl4pPr lvl="3" algn="l">
              <a:lnSpc>
                <a:spcPct val="100000"/>
              </a:lnSpc>
              <a:spcBef>
                <a:spcPts val="0"/>
              </a:spcBef>
              <a:spcAft>
                <a:spcPts val="0"/>
              </a:spcAft>
              <a:buSzPts val="2800"/>
              <a:buNone/>
              <a:defRPr/>
            </a:lvl4pPr>
            <a:lvl5pPr lvl="4" algn="l">
              <a:lnSpc>
                <a:spcPct val="100000"/>
              </a:lnSpc>
              <a:spcBef>
                <a:spcPts val="0"/>
              </a:spcBef>
              <a:spcAft>
                <a:spcPts val="0"/>
              </a:spcAft>
              <a:buSzPts val="2800"/>
              <a:buNone/>
              <a:defRPr/>
            </a:lvl5pPr>
            <a:lvl6pPr lvl="5" algn="l">
              <a:lnSpc>
                <a:spcPct val="100000"/>
              </a:lnSpc>
              <a:spcBef>
                <a:spcPts val="0"/>
              </a:spcBef>
              <a:spcAft>
                <a:spcPts val="0"/>
              </a:spcAft>
              <a:buSzPts val="2800"/>
              <a:buNone/>
              <a:defRPr/>
            </a:lvl6pPr>
            <a:lvl7pPr lvl="6" algn="l">
              <a:lnSpc>
                <a:spcPct val="100000"/>
              </a:lnSpc>
              <a:spcBef>
                <a:spcPts val="0"/>
              </a:spcBef>
              <a:spcAft>
                <a:spcPts val="0"/>
              </a:spcAft>
              <a:buSzPts val="2800"/>
              <a:buNone/>
              <a:defRPr/>
            </a:lvl7pPr>
            <a:lvl8pPr lvl="7" algn="l">
              <a:lnSpc>
                <a:spcPct val="100000"/>
              </a:lnSpc>
              <a:spcBef>
                <a:spcPts val="0"/>
              </a:spcBef>
              <a:spcAft>
                <a:spcPts val="0"/>
              </a:spcAft>
              <a:buSzPts val="2800"/>
              <a:buNone/>
              <a:defRPr/>
            </a:lvl8pPr>
            <a:lvl9pPr lvl="8" algn="l">
              <a:lnSpc>
                <a:spcPct val="100000"/>
              </a:lnSpc>
              <a:spcBef>
                <a:spcPts val="0"/>
              </a:spcBef>
              <a:spcAft>
                <a:spcPts val="0"/>
              </a:spcAft>
              <a:buSzPts val="2800"/>
              <a:buNone/>
              <a:defRPr/>
            </a:lvl9pPr>
          </a:lstStyle>
          <a:p/>
        </p:txBody>
      </p:sp>
      <p:sp>
        <p:nvSpPr>
          <p:cNvPr id="102" name="Google Shape;102;p18"/>
          <p:cNvSpPr txBox="1"/>
          <p:nvPr>
            <p:ph idx="12" type="sldNum"/>
          </p:nvPr>
        </p:nvSpPr>
        <p:spPr>
          <a:xfrm>
            <a:off x="8472458" y="4663217"/>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9pPr>
          </a:lstStyle>
          <a:p>
            <a:pPr indent="0" lvl="0" marL="0" rtl="0" algn="r">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1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One column text">
  <p:cSld name="ONE_COLUMN_TEXT">
    <p:spTree>
      <p:nvGrpSpPr>
        <p:cNvPr id="103" name="Shape 103"/>
        <p:cNvGrpSpPr/>
        <p:nvPr/>
      </p:nvGrpSpPr>
      <p:grpSpPr>
        <a:xfrm>
          <a:off x="0" y="0"/>
          <a:ext cx="0" cy="0"/>
          <a:chOff x="0" y="0"/>
          <a:chExt cx="0" cy="0"/>
        </a:xfrm>
      </p:grpSpPr>
      <p:sp>
        <p:nvSpPr>
          <p:cNvPr id="104" name="Google Shape;104;p19"/>
          <p:cNvSpPr txBox="1"/>
          <p:nvPr>
            <p:ph type="title"/>
          </p:nvPr>
        </p:nvSpPr>
        <p:spPr>
          <a:xfrm>
            <a:off x="311700" y="555600"/>
            <a:ext cx="2808000" cy="755700"/>
          </a:xfrm>
          <a:prstGeom prst="rect">
            <a:avLst/>
          </a:prstGeom>
          <a:noFill/>
          <a:ln>
            <a:noFill/>
          </a:ln>
        </p:spPr>
        <p:txBody>
          <a:bodyPr anchorCtr="0" anchor="b" bIns="91425" lIns="91425" spcFirstLastPara="1" rIns="91425" wrap="square" tIns="91425">
            <a:normAutofit/>
          </a:bodyPr>
          <a:lstStyle>
            <a:lvl1pPr lvl="0" algn="l">
              <a:lnSpc>
                <a:spcPct val="100000"/>
              </a:lnSpc>
              <a:spcBef>
                <a:spcPts val="0"/>
              </a:spcBef>
              <a:spcAft>
                <a:spcPts val="0"/>
              </a:spcAft>
              <a:buSzPts val="2400"/>
              <a:buNone/>
              <a:defRPr sz="2400"/>
            </a:lvl1pPr>
            <a:lvl2pPr lvl="1" algn="l">
              <a:lnSpc>
                <a:spcPct val="100000"/>
              </a:lnSpc>
              <a:spcBef>
                <a:spcPts val="0"/>
              </a:spcBef>
              <a:spcAft>
                <a:spcPts val="0"/>
              </a:spcAft>
              <a:buSzPts val="2400"/>
              <a:buNone/>
              <a:defRPr sz="2400"/>
            </a:lvl2pPr>
            <a:lvl3pPr lvl="2" algn="l">
              <a:lnSpc>
                <a:spcPct val="100000"/>
              </a:lnSpc>
              <a:spcBef>
                <a:spcPts val="0"/>
              </a:spcBef>
              <a:spcAft>
                <a:spcPts val="0"/>
              </a:spcAft>
              <a:buSzPts val="2400"/>
              <a:buNone/>
              <a:defRPr sz="2400"/>
            </a:lvl3pPr>
            <a:lvl4pPr lvl="3" algn="l">
              <a:lnSpc>
                <a:spcPct val="100000"/>
              </a:lnSpc>
              <a:spcBef>
                <a:spcPts val="0"/>
              </a:spcBef>
              <a:spcAft>
                <a:spcPts val="0"/>
              </a:spcAft>
              <a:buSzPts val="2400"/>
              <a:buNone/>
              <a:defRPr sz="2400"/>
            </a:lvl4pPr>
            <a:lvl5pPr lvl="4" algn="l">
              <a:lnSpc>
                <a:spcPct val="100000"/>
              </a:lnSpc>
              <a:spcBef>
                <a:spcPts val="0"/>
              </a:spcBef>
              <a:spcAft>
                <a:spcPts val="0"/>
              </a:spcAft>
              <a:buSzPts val="2400"/>
              <a:buNone/>
              <a:defRPr sz="2400"/>
            </a:lvl5pPr>
            <a:lvl6pPr lvl="5" algn="l">
              <a:lnSpc>
                <a:spcPct val="100000"/>
              </a:lnSpc>
              <a:spcBef>
                <a:spcPts val="0"/>
              </a:spcBef>
              <a:spcAft>
                <a:spcPts val="0"/>
              </a:spcAft>
              <a:buSzPts val="2400"/>
              <a:buNone/>
              <a:defRPr sz="2400"/>
            </a:lvl6pPr>
            <a:lvl7pPr lvl="6" algn="l">
              <a:lnSpc>
                <a:spcPct val="100000"/>
              </a:lnSpc>
              <a:spcBef>
                <a:spcPts val="0"/>
              </a:spcBef>
              <a:spcAft>
                <a:spcPts val="0"/>
              </a:spcAft>
              <a:buSzPts val="2400"/>
              <a:buNone/>
              <a:defRPr sz="2400"/>
            </a:lvl7pPr>
            <a:lvl8pPr lvl="7" algn="l">
              <a:lnSpc>
                <a:spcPct val="100000"/>
              </a:lnSpc>
              <a:spcBef>
                <a:spcPts val="0"/>
              </a:spcBef>
              <a:spcAft>
                <a:spcPts val="0"/>
              </a:spcAft>
              <a:buSzPts val="2400"/>
              <a:buNone/>
              <a:defRPr sz="2400"/>
            </a:lvl8pPr>
            <a:lvl9pPr lvl="8" algn="l">
              <a:lnSpc>
                <a:spcPct val="100000"/>
              </a:lnSpc>
              <a:spcBef>
                <a:spcPts val="0"/>
              </a:spcBef>
              <a:spcAft>
                <a:spcPts val="0"/>
              </a:spcAft>
              <a:buSzPts val="2400"/>
              <a:buNone/>
              <a:defRPr sz="2400"/>
            </a:lvl9pPr>
          </a:lstStyle>
          <a:p/>
        </p:txBody>
      </p:sp>
      <p:sp>
        <p:nvSpPr>
          <p:cNvPr id="105" name="Google Shape;105;p19"/>
          <p:cNvSpPr txBox="1"/>
          <p:nvPr>
            <p:ph idx="1" type="body"/>
          </p:nvPr>
        </p:nvSpPr>
        <p:spPr>
          <a:xfrm>
            <a:off x="311700" y="1389600"/>
            <a:ext cx="2808000" cy="3179400"/>
          </a:xfrm>
          <a:prstGeom prst="rect">
            <a:avLst/>
          </a:prstGeom>
          <a:noFill/>
          <a:ln>
            <a:noFill/>
          </a:ln>
        </p:spPr>
        <p:txBody>
          <a:bodyPr anchorCtr="0" anchor="t" bIns="91425" lIns="91425" spcFirstLastPara="1" rIns="91425" wrap="square" tIns="91425">
            <a:normAutofit/>
          </a:bodyPr>
          <a:lstStyle>
            <a:lvl1pPr indent="-304800" lvl="0" marL="457200" algn="l">
              <a:lnSpc>
                <a:spcPct val="115000"/>
              </a:lnSpc>
              <a:spcBef>
                <a:spcPts val="0"/>
              </a:spcBef>
              <a:spcAft>
                <a:spcPts val="0"/>
              </a:spcAft>
              <a:buSzPts val="1200"/>
              <a:buChar char="●"/>
              <a:defRPr sz="1200"/>
            </a:lvl1pPr>
            <a:lvl2pPr indent="-304800" lvl="1" marL="914400" algn="l">
              <a:lnSpc>
                <a:spcPct val="115000"/>
              </a:lnSpc>
              <a:spcBef>
                <a:spcPts val="0"/>
              </a:spcBef>
              <a:spcAft>
                <a:spcPts val="0"/>
              </a:spcAft>
              <a:buSzPts val="1200"/>
              <a:buChar char="○"/>
              <a:defRPr sz="1200"/>
            </a:lvl2pPr>
            <a:lvl3pPr indent="-304800" lvl="2" marL="1371600" algn="l">
              <a:lnSpc>
                <a:spcPct val="115000"/>
              </a:lnSpc>
              <a:spcBef>
                <a:spcPts val="0"/>
              </a:spcBef>
              <a:spcAft>
                <a:spcPts val="0"/>
              </a:spcAft>
              <a:buSzPts val="1200"/>
              <a:buChar char="■"/>
              <a:defRPr sz="1200"/>
            </a:lvl3pPr>
            <a:lvl4pPr indent="-304800" lvl="3" marL="1828800" algn="l">
              <a:lnSpc>
                <a:spcPct val="115000"/>
              </a:lnSpc>
              <a:spcBef>
                <a:spcPts val="0"/>
              </a:spcBef>
              <a:spcAft>
                <a:spcPts val="0"/>
              </a:spcAft>
              <a:buSzPts val="1200"/>
              <a:buChar char="●"/>
              <a:defRPr sz="1200"/>
            </a:lvl4pPr>
            <a:lvl5pPr indent="-304800" lvl="4" marL="2286000" algn="l">
              <a:lnSpc>
                <a:spcPct val="115000"/>
              </a:lnSpc>
              <a:spcBef>
                <a:spcPts val="0"/>
              </a:spcBef>
              <a:spcAft>
                <a:spcPts val="0"/>
              </a:spcAft>
              <a:buSzPts val="1200"/>
              <a:buChar char="○"/>
              <a:defRPr sz="1200"/>
            </a:lvl5pPr>
            <a:lvl6pPr indent="-304800" lvl="5" marL="2743200" algn="l">
              <a:lnSpc>
                <a:spcPct val="115000"/>
              </a:lnSpc>
              <a:spcBef>
                <a:spcPts val="0"/>
              </a:spcBef>
              <a:spcAft>
                <a:spcPts val="0"/>
              </a:spcAft>
              <a:buSzPts val="1200"/>
              <a:buChar char="■"/>
              <a:defRPr sz="1200"/>
            </a:lvl6pPr>
            <a:lvl7pPr indent="-304800" lvl="6" marL="3200400" algn="l">
              <a:lnSpc>
                <a:spcPct val="115000"/>
              </a:lnSpc>
              <a:spcBef>
                <a:spcPts val="0"/>
              </a:spcBef>
              <a:spcAft>
                <a:spcPts val="0"/>
              </a:spcAft>
              <a:buSzPts val="1200"/>
              <a:buChar char="●"/>
              <a:defRPr sz="1200"/>
            </a:lvl7pPr>
            <a:lvl8pPr indent="-304800" lvl="7" marL="3657600" algn="l">
              <a:lnSpc>
                <a:spcPct val="115000"/>
              </a:lnSpc>
              <a:spcBef>
                <a:spcPts val="0"/>
              </a:spcBef>
              <a:spcAft>
                <a:spcPts val="0"/>
              </a:spcAft>
              <a:buSzPts val="1200"/>
              <a:buChar char="○"/>
              <a:defRPr sz="1200"/>
            </a:lvl8pPr>
            <a:lvl9pPr indent="-304800" lvl="8" marL="4114800" algn="l">
              <a:lnSpc>
                <a:spcPct val="115000"/>
              </a:lnSpc>
              <a:spcBef>
                <a:spcPts val="0"/>
              </a:spcBef>
              <a:spcAft>
                <a:spcPts val="0"/>
              </a:spcAft>
              <a:buSzPts val="1200"/>
              <a:buChar char="■"/>
              <a:defRPr sz="1200"/>
            </a:lvl9pPr>
          </a:lstStyle>
          <a:p/>
        </p:txBody>
      </p:sp>
      <p:sp>
        <p:nvSpPr>
          <p:cNvPr id="106" name="Google Shape;106;p19"/>
          <p:cNvSpPr txBox="1"/>
          <p:nvPr>
            <p:ph idx="12" type="sldNum"/>
          </p:nvPr>
        </p:nvSpPr>
        <p:spPr>
          <a:xfrm>
            <a:off x="8472458" y="4663217"/>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9pPr>
          </a:lstStyle>
          <a:p>
            <a:pPr indent="0" lvl="0" marL="0" rtl="0" algn="r">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1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Main point">
  <p:cSld name="MAIN_POINT">
    <p:spTree>
      <p:nvGrpSpPr>
        <p:cNvPr id="107" name="Shape 107"/>
        <p:cNvGrpSpPr/>
        <p:nvPr/>
      </p:nvGrpSpPr>
      <p:grpSpPr>
        <a:xfrm>
          <a:off x="0" y="0"/>
          <a:ext cx="0" cy="0"/>
          <a:chOff x="0" y="0"/>
          <a:chExt cx="0" cy="0"/>
        </a:xfrm>
      </p:grpSpPr>
      <p:sp>
        <p:nvSpPr>
          <p:cNvPr id="108" name="Google Shape;108;p20"/>
          <p:cNvSpPr txBox="1"/>
          <p:nvPr>
            <p:ph type="title"/>
          </p:nvPr>
        </p:nvSpPr>
        <p:spPr>
          <a:xfrm>
            <a:off x="490250" y="450150"/>
            <a:ext cx="6367800" cy="4090800"/>
          </a:xfrm>
          <a:prstGeom prst="rect">
            <a:avLst/>
          </a:prstGeom>
          <a:noFill/>
          <a:ln>
            <a:noFill/>
          </a:ln>
        </p:spPr>
        <p:txBody>
          <a:bodyPr anchorCtr="0" anchor="ctr" bIns="91425" lIns="91425" spcFirstLastPara="1" rIns="91425" wrap="square" tIns="91425">
            <a:normAutofit/>
          </a:bodyPr>
          <a:lstStyle>
            <a:lvl1pPr lvl="0" algn="l">
              <a:lnSpc>
                <a:spcPct val="100000"/>
              </a:lnSpc>
              <a:spcBef>
                <a:spcPts val="0"/>
              </a:spcBef>
              <a:spcAft>
                <a:spcPts val="0"/>
              </a:spcAft>
              <a:buSzPts val="4800"/>
              <a:buNone/>
              <a:defRPr sz="4800"/>
            </a:lvl1pPr>
            <a:lvl2pPr lvl="1" algn="l">
              <a:lnSpc>
                <a:spcPct val="100000"/>
              </a:lnSpc>
              <a:spcBef>
                <a:spcPts val="0"/>
              </a:spcBef>
              <a:spcAft>
                <a:spcPts val="0"/>
              </a:spcAft>
              <a:buSzPts val="4800"/>
              <a:buNone/>
              <a:defRPr sz="4800"/>
            </a:lvl2pPr>
            <a:lvl3pPr lvl="2" algn="l">
              <a:lnSpc>
                <a:spcPct val="100000"/>
              </a:lnSpc>
              <a:spcBef>
                <a:spcPts val="0"/>
              </a:spcBef>
              <a:spcAft>
                <a:spcPts val="0"/>
              </a:spcAft>
              <a:buSzPts val="4800"/>
              <a:buNone/>
              <a:defRPr sz="4800"/>
            </a:lvl3pPr>
            <a:lvl4pPr lvl="3" algn="l">
              <a:lnSpc>
                <a:spcPct val="100000"/>
              </a:lnSpc>
              <a:spcBef>
                <a:spcPts val="0"/>
              </a:spcBef>
              <a:spcAft>
                <a:spcPts val="0"/>
              </a:spcAft>
              <a:buSzPts val="4800"/>
              <a:buNone/>
              <a:defRPr sz="4800"/>
            </a:lvl4pPr>
            <a:lvl5pPr lvl="4" algn="l">
              <a:lnSpc>
                <a:spcPct val="100000"/>
              </a:lnSpc>
              <a:spcBef>
                <a:spcPts val="0"/>
              </a:spcBef>
              <a:spcAft>
                <a:spcPts val="0"/>
              </a:spcAft>
              <a:buSzPts val="4800"/>
              <a:buNone/>
              <a:defRPr sz="4800"/>
            </a:lvl5pPr>
            <a:lvl6pPr lvl="5" algn="l">
              <a:lnSpc>
                <a:spcPct val="100000"/>
              </a:lnSpc>
              <a:spcBef>
                <a:spcPts val="0"/>
              </a:spcBef>
              <a:spcAft>
                <a:spcPts val="0"/>
              </a:spcAft>
              <a:buSzPts val="4800"/>
              <a:buNone/>
              <a:defRPr sz="4800"/>
            </a:lvl6pPr>
            <a:lvl7pPr lvl="6" algn="l">
              <a:lnSpc>
                <a:spcPct val="100000"/>
              </a:lnSpc>
              <a:spcBef>
                <a:spcPts val="0"/>
              </a:spcBef>
              <a:spcAft>
                <a:spcPts val="0"/>
              </a:spcAft>
              <a:buSzPts val="4800"/>
              <a:buNone/>
              <a:defRPr sz="4800"/>
            </a:lvl7pPr>
            <a:lvl8pPr lvl="7" algn="l">
              <a:lnSpc>
                <a:spcPct val="100000"/>
              </a:lnSpc>
              <a:spcBef>
                <a:spcPts val="0"/>
              </a:spcBef>
              <a:spcAft>
                <a:spcPts val="0"/>
              </a:spcAft>
              <a:buSzPts val="4800"/>
              <a:buNone/>
              <a:defRPr sz="4800"/>
            </a:lvl8pPr>
            <a:lvl9pPr lvl="8" algn="l">
              <a:lnSpc>
                <a:spcPct val="100000"/>
              </a:lnSpc>
              <a:spcBef>
                <a:spcPts val="0"/>
              </a:spcBef>
              <a:spcAft>
                <a:spcPts val="0"/>
              </a:spcAft>
              <a:buSzPts val="4800"/>
              <a:buNone/>
              <a:defRPr sz="4800"/>
            </a:lvl9pPr>
          </a:lstStyle>
          <a:p/>
        </p:txBody>
      </p:sp>
      <p:sp>
        <p:nvSpPr>
          <p:cNvPr id="109" name="Google Shape;109;p20"/>
          <p:cNvSpPr txBox="1"/>
          <p:nvPr>
            <p:ph idx="12" type="sldNum"/>
          </p:nvPr>
        </p:nvSpPr>
        <p:spPr>
          <a:xfrm>
            <a:off x="8472458" y="4663217"/>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9pPr>
          </a:lstStyle>
          <a:p>
            <a:pPr indent="0" lvl="0" marL="0" rtl="0" algn="r">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1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title and description">
  <p:cSld name="SECTION_TITLE_AND_DESCRIPTION">
    <p:spTree>
      <p:nvGrpSpPr>
        <p:cNvPr id="110" name="Shape 110"/>
        <p:cNvGrpSpPr/>
        <p:nvPr/>
      </p:nvGrpSpPr>
      <p:grpSpPr>
        <a:xfrm>
          <a:off x="0" y="0"/>
          <a:ext cx="0" cy="0"/>
          <a:chOff x="0" y="0"/>
          <a:chExt cx="0" cy="0"/>
        </a:xfrm>
      </p:grpSpPr>
      <p:sp>
        <p:nvSpPr>
          <p:cNvPr id="111" name="Google Shape;111;p21"/>
          <p:cNvSpPr/>
          <p:nvPr/>
        </p:nvSpPr>
        <p:spPr>
          <a:xfrm>
            <a:off x="4572000" y="-125"/>
            <a:ext cx="4572000" cy="5143500"/>
          </a:xfrm>
          <a:prstGeom prst="rect">
            <a:avLst/>
          </a:prstGeom>
          <a:solidFill>
            <a:schemeClr val="l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12" name="Google Shape;112;p21"/>
          <p:cNvSpPr txBox="1"/>
          <p:nvPr>
            <p:ph type="title"/>
          </p:nvPr>
        </p:nvSpPr>
        <p:spPr>
          <a:xfrm>
            <a:off x="265500" y="1233175"/>
            <a:ext cx="4045200" cy="1482300"/>
          </a:xfrm>
          <a:prstGeom prst="rect">
            <a:avLst/>
          </a:prstGeom>
          <a:noFill/>
          <a:ln>
            <a:noFill/>
          </a:ln>
        </p:spPr>
        <p:txBody>
          <a:bodyPr anchorCtr="0" anchor="b" bIns="91425" lIns="91425" spcFirstLastPara="1" rIns="91425" wrap="square" tIns="91425">
            <a:normAutofit/>
          </a:bodyPr>
          <a:lstStyle>
            <a:lvl1pPr lvl="0" algn="ctr">
              <a:lnSpc>
                <a:spcPct val="100000"/>
              </a:lnSpc>
              <a:spcBef>
                <a:spcPts val="0"/>
              </a:spcBef>
              <a:spcAft>
                <a:spcPts val="0"/>
              </a:spcAft>
              <a:buSzPts val="4200"/>
              <a:buNone/>
              <a:defRPr sz="4200"/>
            </a:lvl1pPr>
            <a:lvl2pPr lvl="1" algn="ctr">
              <a:lnSpc>
                <a:spcPct val="100000"/>
              </a:lnSpc>
              <a:spcBef>
                <a:spcPts val="0"/>
              </a:spcBef>
              <a:spcAft>
                <a:spcPts val="0"/>
              </a:spcAft>
              <a:buSzPts val="4200"/>
              <a:buNone/>
              <a:defRPr sz="4200"/>
            </a:lvl2pPr>
            <a:lvl3pPr lvl="2" algn="ctr">
              <a:lnSpc>
                <a:spcPct val="100000"/>
              </a:lnSpc>
              <a:spcBef>
                <a:spcPts val="0"/>
              </a:spcBef>
              <a:spcAft>
                <a:spcPts val="0"/>
              </a:spcAft>
              <a:buSzPts val="4200"/>
              <a:buNone/>
              <a:defRPr sz="4200"/>
            </a:lvl3pPr>
            <a:lvl4pPr lvl="3" algn="ctr">
              <a:lnSpc>
                <a:spcPct val="100000"/>
              </a:lnSpc>
              <a:spcBef>
                <a:spcPts val="0"/>
              </a:spcBef>
              <a:spcAft>
                <a:spcPts val="0"/>
              </a:spcAft>
              <a:buSzPts val="4200"/>
              <a:buNone/>
              <a:defRPr sz="4200"/>
            </a:lvl4pPr>
            <a:lvl5pPr lvl="4" algn="ctr">
              <a:lnSpc>
                <a:spcPct val="100000"/>
              </a:lnSpc>
              <a:spcBef>
                <a:spcPts val="0"/>
              </a:spcBef>
              <a:spcAft>
                <a:spcPts val="0"/>
              </a:spcAft>
              <a:buSzPts val="4200"/>
              <a:buNone/>
              <a:defRPr sz="4200"/>
            </a:lvl5pPr>
            <a:lvl6pPr lvl="5" algn="ctr">
              <a:lnSpc>
                <a:spcPct val="100000"/>
              </a:lnSpc>
              <a:spcBef>
                <a:spcPts val="0"/>
              </a:spcBef>
              <a:spcAft>
                <a:spcPts val="0"/>
              </a:spcAft>
              <a:buSzPts val="4200"/>
              <a:buNone/>
              <a:defRPr sz="4200"/>
            </a:lvl6pPr>
            <a:lvl7pPr lvl="6" algn="ctr">
              <a:lnSpc>
                <a:spcPct val="100000"/>
              </a:lnSpc>
              <a:spcBef>
                <a:spcPts val="0"/>
              </a:spcBef>
              <a:spcAft>
                <a:spcPts val="0"/>
              </a:spcAft>
              <a:buSzPts val="4200"/>
              <a:buNone/>
              <a:defRPr sz="4200"/>
            </a:lvl7pPr>
            <a:lvl8pPr lvl="7" algn="ctr">
              <a:lnSpc>
                <a:spcPct val="100000"/>
              </a:lnSpc>
              <a:spcBef>
                <a:spcPts val="0"/>
              </a:spcBef>
              <a:spcAft>
                <a:spcPts val="0"/>
              </a:spcAft>
              <a:buSzPts val="4200"/>
              <a:buNone/>
              <a:defRPr sz="4200"/>
            </a:lvl8pPr>
            <a:lvl9pPr lvl="8" algn="ctr">
              <a:lnSpc>
                <a:spcPct val="100000"/>
              </a:lnSpc>
              <a:spcBef>
                <a:spcPts val="0"/>
              </a:spcBef>
              <a:spcAft>
                <a:spcPts val="0"/>
              </a:spcAft>
              <a:buSzPts val="4200"/>
              <a:buNone/>
              <a:defRPr sz="4200"/>
            </a:lvl9pPr>
          </a:lstStyle>
          <a:p/>
        </p:txBody>
      </p:sp>
      <p:sp>
        <p:nvSpPr>
          <p:cNvPr id="113" name="Google Shape;113;p21"/>
          <p:cNvSpPr txBox="1"/>
          <p:nvPr>
            <p:ph idx="1" type="subTitle"/>
          </p:nvPr>
        </p:nvSpPr>
        <p:spPr>
          <a:xfrm>
            <a:off x="265500" y="2803075"/>
            <a:ext cx="4045200" cy="1235100"/>
          </a:xfrm>
          <a:prstGeom prst="rect">
            <a:avLst/>
          </a:prstGeom>
          <a:noFill/>
          <a:ln>
            <a:noFill/>
          </a:ln>
        </p:spPr>
        <p:txBody>
          <a:bodyPr anchorCtr="0" anchor="t" bIns="91425" lIns="91425" spcFirstLastPara="1" rIns="91425" wrap="square" tIns="91425">
            <a:normAutofit/>
          </a:bodyPr>
          <a:lstStyle>
            <a:lvl1pPr lvl="0" algn="ctr">
              <a:lnSpc>
                <a:spcPct val="100000"/>
              </a:lnSpc>
              <a:spcBef>
                <a:spcPts val="0"/>
              </a:spcBef>
              <a:spcAft>
                <a:spcPts val="0"/>
              </a:spcAft>
              <a:buSzPts val="2100"/>
              <a:buNone/>
              <a:defRPr sz="2100"/>
            </a:lvl1pPr>
            <a:lvl2pPr lvl="1" algn="ctr">
              <a:lnSpc>
                <a:spcPct val="100000"/>
              </a:lnSpc>
              <a:spcBef>
                <a:spcPts val="0"/>
              </a:spcBef>
              <a:spcAft>
                <a:spcPts val="0"/>
              </a:spcAft>
              <a:buSzPts val="2100"/>
              <a:buNone/>
              <a:defRPr sz="2100"/>
            </a:lvl2pPr>
            <a:lvl3pPr lvl="2" algn="ctr">
              <a:lnSpc>
                <a:spcPct val="100000"/>
              </a:lnSpc>
              <a:spcBef>
                <a:spcPts val="0"/>
              </a:spcBef>
              <a:spcAft>
                <a:spcPts val="0"/>
              </a:spcAft>
              <a:buSzPts val="2100"/>
              <a:buNone/>
              <a:defRPr sz="2100"/>
            </a:lvl3pPr>
            <a:lvl4pPr lvl="3" algn="ctr">
              <a:lnSpc>
                <a:spcPct val="100000"/>
              </a:lnSpc>
              <a:spcBef>
                <a:spcPts val="0"/>
              </a:spcBef>
              <a:spcAft>
                <a:spcPts val="0"/>
              </a:spcAft>
              <a:buSzPts val="2100"/>
              <a:buNone/>
              <a:defRPr sz="2100"/>
            </a:lvl4pPr>
            <a:lvl5pPr lvl="4" algn="ctr">
              <a:lnSpc>
                <a:spcPct val="100000"/>
              </a:lnSpc>
              <a:spcBef>
                <a:spcPts val="0"/>
              </a:spcBef>
              <a:spcAft>
                <a:spcPts val="0"/>
              </a:spcAft>
              <a:buSzPts val="2100"/>
              <a:buNone/>
              <a:defRPr sz="2100"/>
            </a:lvl5pPr>
            <a:lvl6pPr lvl="5" algn="ctr">
              <a:lnSpc>
                <a:spcPct val="100000"/>
              </a:lnSpc>
              <a:spcBef>
                <a:spcPts val="0"/>
              </a:spcBef>
              <a:spcAft>
                <a:spcPts val="0"/>
              </a:spcAft>
              <a:buSzPts val="2100"/>
              <a:buNone/>
              <a:defRPr sz="2100"/>
            </a:lvl6pPr>
            <a:lvl7pPr lvl="6" algn="ctr">
              <a:lnSpc>
                <a:spcPct val="100000"/>
              </a:lnSpc>
              <a:spcBef>
                <a:spcPts val="0"/>
              </a:spcBef>
              <a:spcAft>
                <a:spcPts val="0"/>
              </a:spcAft>
              <a:buSzPts val="2100"/>
              <a:buNone/>
              <a:defRPr sz="2100"/>
            </a:lvl7pPr>
            <a:lvl8pPr lvl="7" algn="ctr">
              <a:lnSpc>
                <a:spcPct val="100000"/>
              </a:lnSpc>
              <a:spcBef>
                <a:spcPts val="0"/>
              </a:spcBef>
              <a:spcAft>
                <a:spcPts val="0"/>
              </a:spcAft>
              <a:buSzPts val="2100"/>
              <a:buNone/>
              <a:defRPr sz="2100"/>
            </a:lvl8pPr>
            <a:lvl9pPr lvl="8" algn="ctr">
              <a:lnSpc>
                <a:spcPct val="100000"/>
              </a:lnSpc>
              <a:spcBef>
                <a:spcPts val="0"/>
              </a:spcBef>
              <a:spcAft>
                <a:spcPts val="0"/>
              </a:spcAft>
              <a:buSzPts val="2100"/>
              <a:buNone/>
              <a:defRPr sz="2100"/>
            </a:lvl9pPr>
          </a:lstStyle>
          <a:p/>
        </p:txBody>
      </p:sp>
      <p:sp>
        <p:nvSpPr>
          <p:cNvPr id="114" name="Google Shape;114;p21"/>
          <p:cNvSpPr txBox="1"/>
          <p:nvPr>
            <p:ph idx="2" type="body"/>
          </p:nvPr>
        </p:nvSpPr>
        <p:spPr>
          <a:xfrm>
            <a:off x="4939500" y="724075"/>
            <a:ext cx="3837000" cy="3695100"/>
          </a:xfrm>
          <a:prstGeom prst="rect">
            <a:avLst/>
          </a:prstGeom>
          <a:noFill/>
          <a:ln>
            <a:noFill/>
          </a:ln>
        </p:spPr>
        <p:txBody>
          <a:bodyPr anchorCtr="0" anchor="ctr" bIns="91425" lIns="91425" spcFirstLastPara="1" rIns="91425" wrap="square" tIns="91425">
            <a:normAutofit/>
          </a:bodyPr>
          <a:lstStyle>
            <a:lvl1pPr indent="-342900" lvl="0" marL="457200" algn="l">
              <a:lnSpc>
                <a:spcPct val="115000"/>
              </a:lnSpc>
              <a:spcBef>
                <a:spcPts val="0"/>
              </a:spcBef>
              <a:spcAft>
                <a:spcPts val="0"/>
              </a:spcAft>
              <a:buSzPts val="1800"/>
              <a:buChar char="●"/>
              <a:defRPr/>
            </a:lvl1pPr>
            <a:lvl2pPr indent="-317500" lvl="1" marL="914400" algn="l">
              <a:lnSpc>
                <a:spcPct val="115000"/>
              </a:lnSpc>
              <a:spcBef>
                <a:spcPts val="0"/>
              </a:spcBef>
              <a:spcAft>
                <a:spcPts val="0"/>
              </a:spcAft>
              <a:buSzPts val="1400"/>
              <a:buChar char="○"/>
              <a:defRPr/>
            </a:lvl2pPr>
            <a:lvl3pPr indent="-317500" lvl="2" marL="1371600" algn="l">
              <a:lnSpc>
                <a:spcPct val="115000"/>
              </a:lnSpc>
              <a:spcBef>
                <a:spcPts val="0"/>
              </a:spcBef>
              <a:spcAft>
                <a:spcPts val="0"/>
              </a:spcAft>
              <a:buSzPts val="1400"/>
              <a:buChar char="■"/>
              <a:defRPr/>
            </a:lvl3pPr>
            <a:lvl4pPr indent="-317500" lvl="3" marL="1828800" algn="l">
              <a:lnSpc>
                <a:spcPct val="115000"/>
              </a:lnSpc>
              <a:spcBef>
                <a:spcPts val="0"/>
              </a:spcBef>
              <a:spcAft>
                <a:spcPts val="0"/>
              </a:spcAft>
              <a:buSzPts val="1400"/>
              <a:buChar char="●"/>
              <a:defRPr/>
            </a:lvl4pPr>
            <a:lvl5pPr indent="-317500" lvl="4" marL="2286000" algn="l">
              <a:lnSpc>
                <a:spcPct val="115000"/>
              </a:lnSpc>
              <a:spcBef>
                <a:spcPts val="0"/>
              </a:spcBef>
              <a:spcAft>
                <a:spcPts val="0"/>
              </a:spcAft>
              <a:buSzPts val="1400"/>
              <a:buChar char="○"/>
              <a:defRPr/>
            </a:lvl5pPr>
            <a:lvl6pPr indent="-317500" lvl="5" marL="2743200" algn="l">
              <a:lnSpc>
                <a:spcPct val="115000"/>
              </a:lnSpc>
              <a:spcBef>
                <a:spcPts val="0"/>
              </a:spcBef>
              <a:spcAft>
                <a:spcPts val="0"/>
              </a:spcAft>
              <a:buSzPts val="1400"/>
              <a:buChar char="■"/>
              <a:defRPr/>
            </a:lvl6pPr>
            <a:lvl7pPr indent="-317500" lvl="6" marL="3200400" algn="l">
              <a:lnSpc>
                <a:spcPct val="115000"/>
              </a:lnSpc>
              <a:spcBef>
                <a:spcPts val="0"/>
              </a:spcBef>
              <a:spcAft>
                <a:spcPts val="0"/>
              </a:spcAft>
              <a:buSzPts val="1400"/>
              <a:buChar char="●"/>
              <a:defRPr/>
            </a:lvl7pPr>
            <a:lvl8pPr indent="-317500" lvl="7" marL="3657600" algn="l">
              <a:lnSpc>
                <a:spcPct val="115000"/>
              </a:lnSpc>
              <a:spcBef>
                <a:spcPts val="0"/>
              </a:spcBef>
              <a:spcAft>
                <a:spcPts val="0"/>
              </a:spcAft>
              <a:buSzPts val="1400"/>
              <a:buChar char="○"/>
              <a:defRPr/>
            </a:lvl8pPr>
            <a:lvl9pPr indent="-317500" lvl="8" marL="4114800" algn="l">
              <a:lnSpc>
                <a:spcPct val="115000"/>
              </a:lnSpc>
              <a:spcBef>
                <a:spcPts val="0"/>
              </a:spcBef>
              <a:spcAft>
                <a:spcPts val="0"/>
              </a:spcAft>
              <a:buSzPts val="1400"/>
              <a:buChar char="■"/>
              <a:defRPr/>
            </a:lvl9pPr>
          </a:lstStyle>
          <a:p/>
        </p:txBody>
      </p:sp>
      <p:sp>
        <p:nvSpPr>
          <p:cNvPr id="115" name="Google Shape;115;p21"/>
          <p:cNvSpPr txBox="1"/>
          <p:nvPr>
            <p:ph idx="12" type="sldNum"/>
          </p:nvPr>
        </p:nvSpPr>
        <p:spPr>
          <a:xfrm>
            <a:off x="8472458" y="4663217"/>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9pPr>
          </a:lstStyle>
          <a:p>
            <a:pPr indent="0" lvl="0" marL="0" rtl="0" algn="r">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2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Caption">
  <p:cSld name="CAPTION_ONLY">
    <p:spTree>
      <p:nvGrpSpPr>
        <p:cNvPr id="116" name="Shape 116"/>
        <p:cNvGrpSpPr/>
        <p:nvPr/>
      </p:nvGrpSpPr>
      <p:grpSpPr>
        <a:xfrm>
          <a:off x="0" y="0"/>
          <a:ext cx="0" cy="0"/>
          <a:chOff x="0" y="0"/>
          <a:chExt cx="0" cy="0"/>
        </a:xfrm>
      </p:grpSpPr>
      <p:sp>
        <p:nvSpPr>
          <p:cNvPr id="117" name="Google Shape;117;p22"/>
          <p:cNvSpPr txBox="1"/>
          <p:nvPr>
            <p:ph idx="1" type="body"/>
          </p:nvPr>
        </p:nvSpPr>
        <p:spPr>
          <a:xfrm>
            <a:off x="311700" y="4230575"/>
            <a:ext cx="5998800" cy="605100"/>
          </a:xfrm>
          <a:prstGeom prst="rect">
            <a:avLst/>
          </a:prstGeom>
          <a:noFill/>
          <a:ln>
            <a:noFill/>
          </a:ln>
        </p:spPr>
        <p:txBody>
          <a:bodyPr anchorCtr="0" anchor="ctr" bIns="91425" lIns="91425" spcFirstLastPara="1" rIns="91425" wrap="square" tIns="91425">
            <a:normAutofit/>
          </a:bodyPr>
          <a:lstStyle>
            <a:lvl1pPr indent="-228600" lvl="0" marL="457200" algn="l">
              <a:lnSpc>
                <a:spcPct val="100000"/>
              </a:lnSpc>
              <a:spcBef>
                <a:spcPts val="0"/>
              </a:spcBef>
              <a:spcAft>
                <a:spcPts val="0"/>
              </a:spcAft>
              <a:buSzPts val="1800"/>
              <a:buNone/>
              <a:defRPr/>
            </a:lvl1pPr>
          </a:lstStyle>
          <a:p/>
        </p:txBody>
      </p:sp>
      <p:sp>
        <p:nvSpPr>
          <p:cNvPr id="118" name="Google Shape;118;p22"/>
          <p:cNvSpPr txBox="1"/>
          <p:nvPr>
            <p:ph idx="12" type="sldNum"/>
          </p:nvPr>
        </p:nvSpPr>
        <p:spPr>
          <a:xfrm>
            <a:off x="8472458" y="4663217"/>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9pPr>
          </a:lstStyle>
          <a:p>
            <a:pPr indent="0" lvl="0" marL="0" rtl="0" algn="r">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2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ig number">
  <p:cSld name="BIG_NUMBER">
    <p:spTree>
      <p:nvGrpSpPr>
        <p:cNvPr id="119" name="Shape 119"/>
        <p:cNvGrpSpPr/>
        <p:nvPr/>
      </p:nvGrpSpPr>
      <p:grpSpPr>
        <a:xfrm>
          <a:off x="0" y="0"/>
          <a:ext cx="0" cy="0"/>
          <a:chOff x="0" y="0"/>
          <a:chExt cx="0" cy="0"/>
        </a:xfrm>
      </p:grpSpPr>
      <p:sp>
        <p:nvSpPr>
          <p:cNvPr id="120" name="Google Shape;120;p23"/>
          <p:cNvSpPr txBox="1"/>
          <p:nvPr>
            <p:ph hasCustomPrompt="1" type="title"/>
          </p:nvPr>
        </p:nvSpPr>
        <p:spPr>
          <a:xfrm>
            <a:off x="311700" y="1106125"/>
            <a:ext cx="8520600" cy="1963500"/>
          </a:xfrm>
          <a:prstGeom prst="rect">
            <a:avLst/>
          </a:prstGeom>
          <a:noFill/>
          <a:ln>
            <a:noFill/>
          </a:ln>
        </p:spPr>
        <p:txBody>
          <a:bodyPr anchorCtr="0" anchor="b" bIns="91425" lIns="91425" spcFirstLastPara="1" rIns="91425" wrap="square" tIns="91425">
            <a:normAutofit/>
          </a:bodyPr>
          <a:lstStyle>
            <a:lvl1pPr lvl="0" algn="ctr">
              <a:lnSpc>
                <a:spcPct val="100000"/>
              </a:lnSpc>
              <a:spcBef>
                <a:spcPts val="0"/>
              </a:spcBef>
              <a:spcAft>
                <a:spcPts val="0"/>
              </a:spcAft>
              <a:buSzPts val="12000"/>
              <a:buNone/>
              <a:defRPr sz="12000"/>
            </a:lvl1pPr>
            <a:lvl2pPr lvl="1" algn="ctr">
              <a:lnSpc>
                <a:spcPct val="100000"/>
              </a:lnSpc>
              <a:spcBef>
                <a:spcPts val="0"/>
              </a:spcBef>
              <a:spcAft>
                <a:spcPts val="0"/>
              </a:spcAft>
              <a:buSzPts val="12000"/>
              <a:buNone/>
              <a:defRPr sz="12000"/>
            </a:lvl2pPr>
            <a:lvl3pPr lvl="2" algn="ctr">
              <a:lnSpc>
                <a:spcPct val="100000"/>
              </a:lnSpc>
              <a:spcBef>
                <a:spcPts val="0"/>
              </a:spcBef>
              <a:spcAft>
                <a:spcPts val="0"/>
              </a:spcAft>
              <a:buSzPts val="12000"/>
              <a:buNone/>
              <a:defRPr sz="12000"/>
            </a:lvl3pPr>
            <a:lvl4pPr lvl="3" algn="ctr">
              <a:lnSpc>
                <a:spcPct val="100000"/>
              </a:lnSpc>
              <a:spcBef>
                <a:spcPts val="0"/>
              </a:spcBef>
              <a:spcAft>
                <a:spcPts val="0"/>
              </a:spcAft>
              <a:buSzPts val="12000"/>
              <a:buNone/>
              <a:defRPr sz="12000"/>
            </a:lvl4pPr>
            <a:lvl5pPr lvl="4" algn="ctr">
              <a:lnSpc>
                <a:spcPct val="100000"/>
              </a:lnSpc>
              <a:spcBef>
                <a:spcPts val="0"/>
              </a:spcBef>
              <a:spcAft>
                <a:spcPts val="0"/>
              </a:spcAft>
              <a:buSzPts val="12000"/>
              <a:buNone/>
              <a:defRPr sz="12000"/>
            </a:lvl5pPr>
            <a:lvl6pPr lvl="5" algn="ctr">
              <a:lnSpc>
                <a:spcPct val="100000"/>
              </a:lnSpc>
              <a:spcBef>
                <a:spcPts val="0"/>
              </a:spcBef>
              <a:spcAft>
                <a:spcPts val="0"/>
              </a:spcAft>
              <a:buSzPts val="12000"/>
              <a:buNone/>
              <a:defRPr sz="12000"/>
            </a:lvl6pPr>
            <a:lvl7pPr lvl="6" algn="ctr">
              <a:lnSpc>
                <a:spcPct val="100000"/>
              </a:lnSpc>
              <a:spcBef>
                <a:spcPts val="0"/>
              </a:spcBef>
              <a:spcAft>
                <a:spcPts val="0"/>
              </a:spcAft>
              <a:buSzPts val="12000"/>
              <a:buNone/>
              <a:defRPr sz="12000"/>
            </a:lvl7pPr>
            <a:lvl8pPr lvl="7" algn="ctr">
              <a:lnSpc>
                <a:spcPct val="100000"/>
              </a:lnSpc>
              <a:spcBef>
                <a:spcPts val="0"/>
              </a:spcBef>
              <a:spcAft>
                <a:spcPts val="0"/>
              </a:spcAft>
              <a:buSzPts val="12000"/>
              <a:buNone/>
              <a:defRPr sz="12000"/>
            </a:lvl8pPr>
            <a:lvl9pPr lvl="8" algn="ctr">
              <a:lnSpc>
                <a:spcPct val="100000"/>
              </a:lnSpc>
              <a:spcBef>
                <a:spcPts val="0"/>
              </a:spcBef>
              <a:spcAft>
                <a:spcPts val="0"/>
              </a:spcAft>
              <a:buSzPts val="12000"/>
              <a:buNone/>
              <a:defRPr sz="12000"/>
            </a:lvl9pPr>
          </a:lstStyle>
          <a:p>
            <a:r>
              <a:t>xx%</a:t>
            </a:r>
          </a:p>
        </p:txBody>
      </p:sp>
      <p:sp>
        <p:nvSpPr>
          <p:cNvPr id="121" name="Google Shape;121;p23"/>
          <p:cNvSpPr txBox="1"/>
          <p:nvPr>
            <p:ph idx="1" type="body"/>
          </p:nvPr>
        </p:nvSpPr>
        <p:spPr>
          <a:xfrm>
            <a:off x="311700" y="3152225"/>
            <a:ext cx="8520600" cy="1300800"/>
          </a:xfrm>
          <a:prstGeom prst="rect">
            <a:avLst/>
          </a:prstGeom>
          <a:noFill/>
          <a:ln>
            <a:noFill/>
          </a:ln>
        </p:spPr>
        <p:txBody>
          <a:bodyPr anchorCtr="0" anchor="t" bIns="91425" lIns="91425" spcFirstLastPara="1" rIns="91425" wrap="square" tIns="91425">
            <a:normAutofit/>
          </a:bodyPr>
          <a:lstStyle>
            <a:lvl1pPr indent="-342900" lvl="0" marL="457200" algn="ctr">
              <a:lnSpc>
                <a:spcPct val="115000"/>
              </a:lnSpc>
              <a:spcBef>
                <a:spcPts val="0"/>
              </a:spcBef>
              <a:spcAft>
                <a:spcPts val="0"/>
              </a:spcAft>
              <a:buSzPts val="1800"/>
              <a:buChar char="●"/>
              <a:defRPr/>
            </a:lvl1pPr>
            <a:lvl2pPr indent="-317500" lvl="1" marL="914400" algn="ctr">
              <a:lnSpc>
                <a:spcPct val="115000"/>
              </a:lnSpc>
              <a:spcBef>
                <a:spcPts val="0"/>
              </a:spcBef>
              <a:spcAft>
                <a:spcPts val="0"/>
              </a:spcAft>
              <a:buSzPts val="1400"/>
              <a:buChar char="○"/>
              <a:defRPr/>
            </a:lvl2pPr>
            <a:lvl3pPr indent="-317500" lvl="2" marL="1371600" algn="ctr">
              <a:lnSpc>
                <a:spcPct val="115000"/>
              </a:lnSpc>
              <a:spcBef>
                <a:spcPts val="0"/>
              </a:spcBef>
              <a:spcAft>
                <a:spcPts val="0"/>
              </a:spcAft>
              <a:buSzPts val="1400"/>
              <a:buChar char="■"/>
              <a:defRPr/>
            </a:lvl3pPr>
            <a:lvl4pPr indent="-317500" lvl="3" marL="1828800" algn="ctr">
              <a:lnSpc>
                <a:spcPct val="115000"/>
              </a:lnSpc>
              <a:spcBef>
                <a:spcPts val="0"/>
              </a:spcBef>
              <a:spcAft>
                <a:spcPts val="0"/>
              </a:spcAft>
              <a:buSzPts val="1400"/>
              <a:buChar char="●"/>
              <a:defRPr/>
            </a:lvl4pPr>
            <a:lvl5pPr indent="-317500" lvl="4" marL="2286000" algn="ctr">
              <a:lnSpc>
                <a:spcPct val="115000"/>
              </a:lnSpc>
              <a:spcBef>
                <a:spcPts val="0"/>
              </a:spcBef>
              <a:spcAft>
                <a:spcPts val="0"/>
              </a:spcAft>
              <a:buSzPts val="1400"/>
              <a:buChar char="○"/>
              <a:defRPr/>
            </a:lvl5pPr>
            <a:lvl6pPr indent="-317500" lvl="5" marL="2743200" algn="ctr">
              <a:lnSpc>
                <a:spcPct val="115000"/>
              </a:lnSpc>
              <a:spcBef>
                <a:spcPts val="0"/>
              </a:spcBef>
              <a:spcAft>
                <a:spcPts val="0"/>
              </a:spcAft>
              <a:buSzPts val="1400"/>
              <a:buChar char="■"/>
              <a:defRPr/>
            </a:lvl6pPr>
            <a:lvl7pPr indent="-317500" lvl="6" marL="3200400" algn="ctr">
              <a:lnSpc>
                <a:spcPct val="115000"/>
              </a:lnSpc>
              <a:spcBef>
                <a:spcPts val="0"/>
              </a:spcBef>
              <a:spcAft>
                <a:spcPts val="0"/>
              </a:spcAft>
              <a:buSzPts val="1400"/>
              <a:buChar char="●"/>
              <a:defRPr/>
            </a:lvl7pPr>
            <a:lvl8pPr indent="-317500" lvl="7" marL="3657600" algn="ctr">
              <a:lnSpc>
                <a:spcPct val="115000"/>
              </a:lnSpc>
              <a:spcBef>
                <a:spcPts val="0"/>
              </a:spcBef>
              <a:spcAft>
                <a:spcPts val="0"/>
              </a:spcAft>
              <a:buSzPts val="1400"/>
              <a:buChar char="○"/>
              <a:defRPr/>
            </a:lvl8pPr>
            <a:lvl9pPr indent="-317500" lvl="8" marL="4114800" algn="ctr">
              <a:lnSpc>
                <a:spcPct val="115000"/>
              </a:lnSpc>
              <a:spcBef>
                <a:spcPts val="0"/>
              </a:spcBef>
              <a:spcAft>
                <a:spcPts val="0"/>
              </a:spcAft>
              <a:buSzPts val="1400"/>
              <a:buChar char="■"/>
              <a:defRPr/>
            </a:lvl9pPr>
          </a:lstStyle>
          <a:p/>
        </p:txBody>
      </p:sp>
      <p:sp>
        <p:nvSpPr>
          <p:cNvPr id="122" name="Google Shape;122;p23"/>
          <p:cNvSpPr txBox="1"/>
          <p:nvPr>
            <p:ph idx="12" type="sldNum"/>
          </p:nvPr>
        </p:nvSpPr>
        <p:spPr>
          <a:xfrm>
            <a:off x="8472458" y="4663217"/>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9pPr>
          </a:lstStyle>
          <a:p>
            <a:pPr indent="0" lvl="0" marL="0" rtl="0" algn="r">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2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lank" type="blank">
  <p:cSld name="BLANK">
    <p:spTree>
      <p:nvGrpSpPr>
        <p:cNvPr id="123" name="Shape 123"/>
        <p:cNvGrpSpPr/>
        <p:nvPr/>
      </p:nvGrpSpPr>
      <p:grpSpPr>
        <a:xfrm>
          <a:off x="0" y="0"/>
          <a:ext cx="0" cy="0"/>
          <a:chOff x="0" y="0"/>
          <a:chExt cx="0" cy="0"/>
        </a:xfrm>
      </p:grpSpPr>
      <p:sp>
        <p:nvSpPr>
          <p:cNvPr id="124" name="Google Shape;124;p24"/>
          <p:cNvSpPr txBox="1"/>
          <p:nvPr>
            <p:ph idx="12" type="sldNum"/>
          </p:nvPr>
        </p:nvSpPr>
        <p:spPr>
          <a:xfrm>
            <a:off x="8472458" y="4663217"/>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9pPr>
          </a:lstStyle>
          <a:p>
            <a:pPr indent="0" lvl="0" marL="0" rtl="0" algn="r">
              <a:spcBef>
                <a:spcPts val="0"/>
              </a:spcBef>
              <a:spcAft>
                <a:spcPts val="0"/>
              </a:spcAft>
              <a:buNone/>
            </a:pPr>
            <a:fld id="{00000000-1234-1234-1234-123412341234}" type="slidenum">
              <a:rPr lang="en-GB"/>
              <a:t>‹#›</a:t>
            </a:fld>
            <a:endParaRPr/>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11" Type="http://schemas.openxmlformats.org/officeDocument/2006/relationships/slideLayout" Target="../slideLayouts/slideLayout11.xml"/><Relationship Id="rId10" Type="http://schemas.openxmlformats.org/officeDocument/2006/relationships/slideLayout" Target="../slideLayouts/slideLayout10.xml"/><Relationship Id="rId12" Type="http://schemas.openxmlformats.org/officeDocument/2006/relationships/theme" Target="../theme/theme3.xml"/><Relationship Id="rId9" Type="http://schemas.openxmlformats.org/officeDocument/2006/relationships/slideLayout" Target="../slideLayouts/slideLayout9.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s>
</file>

<file path=ppt/slideMasters/_rels/slideMaster2.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slideLayout" Target="../slideLayouts/slideLayout13.xml"/><Relationship Id="rId3" Type="http://schemas.openxmlformats.org/officeDocument/2006/relationships/slideLayout" Target="../slideLayouts/slideLayout14.xml"/><Relationship Id="rId4" Type="http://schemas.openxmlformats.org/officeDocument/2006/relationships/slideLayout" Target="../slideLayouts/slideLayout15.xml"/><Relationship Id="rId11" Type="http://schemas.openxmlformats.org/officeDocument/2006/relationships/slideLayout" Target="../slideLayouts/slideLayout22.xml"/><Relationship Id="rId10" Type="http://schemas.openxmlformats.org/officeDocument/2006/relationships/slideLayout" Target="../slideLayouts/slideLayout21.xml"/><Relationship Id="rId12" Type="http://schemas.openxmlformats.org/officeDocument/2006/relationships/theme" Target="../theme/theme2.xml"/><Relationship Id="rId9" Type="http://schemas.openxmlformats.org/officeDocument/2006/relationships/slideLayout" Target="../slideLayouts/slideLayout20.xml"/><Relationship Id="rId5" Type="http://schemas.openxmlformats.org/officeDocument/2006/relationships/slideLayout" Target="../slideLayouts/slideLayout16.xml"/><Relationship Id="rId6" Type="http://schemas.openxmlformats.org/officeDocument/2006/relationships/slideLayout" Target="../slideLayouts/slideLayout17.xml"/><Relationship Id="rId7" Type="http://schemas.openxmlformats.org/officeDocument/2006/relationships/slideLayout" Target="../slideLayouts/slideLayout18.xml"/><Relationship Id="rId8" Type="http://schemas.openxmlformats.org/officeDocument/2006/relationships/slideLayout" Target="../slideLayouts/slideLayout19.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chemeClr val="lt1"/>
        </a:solidFill>
      </p:bgPr>
    </p:bg>
    <p:spTree>
      <p:nvGrpSpPr>
        <p:cNvPr id="5" name="Shape 5"/>
        <p:cNvGrpSpPr/>
        <p:nvPr/>
      </p:nvGrpSpPr>
      <p:grpSpPr>
        <a:xfrm>
          <a:off x="0" y="0"/>
          <a:ext cx="0" cy="0"/>
          <a:chOff x="0" y="0"/>
          <a:chExt cx="0" cy="0"/>
        </a:xfrm>
      </p:grpSpPr>
      <p:sp>
        <p:nvSpPr>
          <p:cNvPr id="6" name="Google Shape;6;p1"/>
          <p:cNvSpPr txBox="1"/>
          <p:nvPr>
            <p:ph type="title"/>
          </p:nvPr>
        </p:nvSpPr>
        <p:spPr>
          <a:xfrm>
            <a:off x="628650" y="273844"/>
            <a:ext cx="7886700" cy="994172"/>
          </a:xfrm>
          <a:prstGeom prst="rect">
            <a:avLst/>
          </a:prstGeom>
          <a:noFill/>
          <a:ln>
            <a:noFill/>
          </a:ln>
        </p:spPr>
        <p:txBody>
          <a:bodyPr anchorCtr="0" anchor="ctr" bIns="34275" lIns="68575" spcFirstLastPara="1" rIns="68575" wrap="square" tIns="34275">
            <a:normAutofit/>
          </a:bodyPr>
          <a:lstStyle>
            <a:lvl1pPr lvl="0" marR="0" rtl="0" algn="l">
              <a:lnSpc>
                <a:spcPct val="90000"/>
              </a:lnSpc>
              <a:spcBef>
                <a:spcPts val="0"/>
              </a:spcBef>
              <a:spcAft>
                <a:spcPts val="0"/>
              </a:spcAft>
              <a:buClr>
                <a:schemeClr val="dk1"/>
              </a:buClr>
              <a:buSzPts val="3300"/>
              <a:buFont typeface="Play"/>
              <a:buNone/>
              <a:defRPr b="0" i="0" sz="3300" u="none" cap="none" strike="noStrike">
                <a:solidFill>
                  <a:schemeClr val="dk1"/>
                </a:solidFill>
                <a:latin typeface="Play"/>
                <a:ea typeface="Play"/>
                <a:cs typeface="Play"/>
                <a:sym typeface="Play"/>
              </a:defRPr>
            </a:lvl1pPr>
            <a:lvl2pPr lvl="1"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
        <p:nvSpPr>
          <p:cNvPr id="7" name="Google Shape;7;p1"/>
          <p:cNvSpPr txBox="1"/>
          <p:nvPr>
            <p:ph idx="1" type="body"/>
          </p:nvPr>
        </p:nvSpPr>
        <p:spPr>
          <a:xfrm>
            <a:off x="628650" y="1369219"/>
            <a:ext cx="7886700" cy="3263504"/>
          </a:xfrm>
          <a:prstGeom prst="rect">
            <a:avLst/>
          </a:prstGeom>
          <a:noFill/>
          <a:ln>
            <a:noFill/>
          </a:ln>
        </p:spPr>
        <p:txBody>
          <a:bodyPr anchorCtr="0" anchor="t" bIns="34275" lIns="68575" spcFirstLastPara="1" rIns="68575" wrap="square" tIns="34275">
            <a:normAutofit/>
          </a:bodyPr>
          <a:lstStyle>
            <a:lvl1pPr indent="-361950" lvl="0" marL="457200" marR="0" rtl="0" algn="l">
              <a:lnSpc>
                <a:spcPct val="90000"/>
              </a:lnSpc>
              <a:spcBef>
                <a:spcPts val="800"/>
              </a:spcBef>
              <a:spcAft>
                <a:spcPts val="0"/>
              </a:spcAft>
              <a:buClr>
                <a:schemeClr val="dk1"/>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90000"/>
              </a:lnSpc>
              <a:spcBef>
                <a:spcPts val="400"/>
              </a:spcBef>
              <a:spcAft>
                <a:spcPts val="0"/>
              </a:spcAft>
              <a:buClr>
                <a:schemeClr val="dk1"/>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90000"/>
              </a:lnSpc>
              <a:spcBef>
                <a:spcPts val="400"/>
              </a:spcBef>
              <a:spcAft>
                <a:spcPts val="0"/>
              </a:spcAft>
              <a:buClr>
                <a:schemeClr val="dk1"/>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Arial"/>
                <a:ea typeface="Arial"/>
                <a:cs typeface="Arial"/>
                <a:sym typeface="Arial"/>
              </a:defRPr>
            </a:lvl6pPr>
            <a:lvl7pPr indent="-317500" lvl="6" marL="32004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Arial"/>
                <a:ea typeface="Arial"/>
                <a:cs typeface="Arial"/>
                <a:sym typeface="Arial"/>
              </a:defRPr>
            </a:lvl7pPr>
            <a:lvl8pPr indent="-317500" lvl="7" marL="36576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Arial"/>
                <a:ea typeface="Arial"/>
                <a:cs typeface="Arial"/>
                <a:sym typeface="Arial"/>
              </a:defRPr>
            </a:lvl8pPr>
            <a:lvl9pPr indent="-317500" lvl="8" marL="41148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Arial"/>
                <a:ea typeface="Arial"/>
                <a:cs typeface="Arial"/>
                <a:sym typeface="Arial"/>
              </a:defRPr>
            </a:lvl9pPr>
          </a:lstStyle>
          <a:p/>
        </p:txBody>
      </p:sp>
      <p:sp>
        <p:nvSpPr>
          <p:cNvPr id="8" name="Google Shape;8;p1"/>
          <p:cNvSpPr txBox="1"/>
          <p:nvPr>
            <p:ph idx="10" type="dt"/>
          </p:nvPr>
        </p:nvSpPr>
        <p:spPr>
          <a:xfrm>
            <a:off x="628650" y="4767263"/>
            <a:ext cx="2057400" cy="273844"/>
          </a:xfrm>
          <a:prstGeom prst="rect">
            <a:avLst/>
          </a:prstGeom>
          <a:noFill/>
          <a:ln>
            <a:noFill/>
          </a:ln>
        </p:spPr>
        <p:txBody>
          <a:bodyPr anchorCtr="0" anchor="ctr" bIns="34275" lIns="68575" spcFirstLastPara="1" rIns="68575" wrap="square" tIns="34275">
            <a:noAutofit/>
          </a:bodyPr>
          <a:lstStyle>
            <a:lvl1pPr lvl="0" marR="0" rtl="0" algn="l">
              <a:lnSpc>
                <a:spcPct val="100000"/>
              </a:lnSpc>
              <a:spcBef>
                <a:spcPts val="0"/>
              </a:spcBef>
              <a:spcAft>
                <a:spcPts val="0"/>
              </a:spcAft>
              <a:buClr>
                <a:srgbClr val="000000"/>
              </a:buClr>
              <a:buSzPts val="1100"/>
              <a:buFont typeface="Arial"/>
              <a:buNone/>
              <a:defRPr b="0" i="0" sz="900" u="none" cap="none" strike="noStrike">
                <a:solidFill>
                  <a:srgbClr val="757575"/>
                </a:solidFill>
                <a:latin typeface="Arial"/>
                <a:ea typeface="Arial"/>
                <a:cs typeface="Arial"/>
                <a:sym typeface="Arial"/>
              </a:defRPr>
            </a:lvl1pPr>
            <a:lvl2pPr lvl="1" marR="0" rtl="0" algn="l">
              <a:lnSpc>
                <a:spcPct val="100000"/>
              </a:lnSpc>
              <a:spcBef>
                <a:spcPts val="0"/>
              </a:spcBef>
              <a:spcAft>
                <a:spcPts val="0"/>
              </a:spcAft>
              <a:buClr>
                <a:srgbClr val="000000"/>
              </a:buClr>
              <a:buSzPts val="1100"/>
              <a:buFont typeface="Arial"/>
              <a:buNone/>
              <a:defRPr b="0" i="0" sz="1400" u="none" cap="none" strike="noStrike">
                <a:solidFill>
                  <a:schemeClr val="dk1"/>
                </a:solidFill>
                <a:latin typeface="Arial"/>
                <a:ea typeface="Arial"/>
                <a:cs typeface="Arial"/>
                <a:sym typeface="Arial"/>
              </a:defRPr>
            </a:lvl2pPr>
            <a:lvl3pPr lvl="2" marR="0" rtl="0" algn="l">
              <a:lnSpc>
                <a:spcPct val="100000"/>
              </a:lnSpc>
              <a:spcBef>
                <a:spcPts val="0"/>
              </a:spcBef>
              <a:spcAft>
                <a:spcPts val="0"/>
              </a:spcAft>
              <a:buClr>
                <a:srgbClr val="000000"/>
              </a:buClr>
              <a:buSzPts val="1100"/>
              <a:buFont typeface="Arial"/>
              <a:buNone/>
              <a:defRPr b="0" i="0" sz="1400" u="none" cap="none" strike="noStrike">
                <a:solidFill>
                  <a:schemeClr val="dk1"/>
                </a:solidFill>
                <a:latin typeface="Arial"/>
                <a:ea typeface="Arial"/>
                <a:cs typeface="Arial"/>
                <a:sym typeface="Arial"/>
              </a:defRPr>
            </a:lvl3pPr>
            <a:lvl4pPr lvl="3" marR="0" rtl="0" algn="l">
              <a:lnSpc>
                <a:spcPct val="100000"/>
              </a:lnSpc>
              <a:spcBef>
                <a:spcPts val="0"/>
              </a:spcBef>
              <a:spcAft>
                <a:spcPts val="0"/>
              </a:spcAft>
              <a:buClr>
                <a:srgbClr val="000000"/>
              </a:buClr>
              <a:buSzPts val="1100"/>
              <a:buFont typeface="Arial"/>
              <a:buNone/>
              <a:defRPr b="0" i="0" sz="1400" u="none" cap="none" strike="noStrike">
                <a:solidFill>
                  <a:schemeClr val="dk1"/>
                </a:solidFill>
                <a:latin typeface="Arial"/>
                <a:ea typeface="Arial"/>
                <a:cs typeface="Arial"/>
                <a:sym typeface="Arial"/>
              </a:defRPr>
            </a:lvl4pPr>
            <a:lvl5pPr lvl="4" marR="0" rtl="0" algn="l">
              <a:lnSpc>
                <a:spcPct val="100000"/>
              </a:lnSpc>
              <a:spcBef>
                <a:spcPts val="0"/>
              </a:spcBef>
              <a:spcAft>
                <a:spcPts val="0"/>
              </a:spcAft>
              <a:buClr>
                <a:srgbClr val="000000"/>
              </a:buClr>
              <a:buSzPts val="1100"/>
              <a:buFont typeface="Arial"/>
              <a:buNone/>
              <a:defRPr b="0" i="0" sz="1400" u="none" cap="none" strike="noStrike">
                <a:solidFill>
                  <a:schemeClr val="dk1"/>
                </a:solidFill>
                <a:latin typeface="Arial"/>
                <a:ea typeface="Arial"/>
                <a:cs typeface="Arial"/>
                <a:sym typeface="Arial"/>
              </a:defRPr>
            </a:lvl5pPr>
            <a:lvl6pPr lvl="5" marR="0" rtl="0" algn="l">
              <a:lnSpc>
                <a:spcPct val="100000"/>
              </a:lnSpc>
              <a:spcBef>
                <a:spcPts val="0"/>
              </a:spcBef>
              <a:spcAft>
                <a:spcPts val="0"/>
              </a:spcAft>
              <a:buClr>
                <a:srgbClr val="000000"/>
              </a:buClr>
              <a:buSzPts val="1100"/>
              <a:buFont typeface="Arial"/>
              <a:buNone/>
              <a:defRPr b="0" i="0" sz="1400" u="none" cap="none" strike="noStrike">
                <a:solidFill>
                  <a:schemeClr val="dk1"/>
                </a:solidFill>
                <a:latin typeface="Arial"/>
                <a:ea typeface="Arial"/>
                <a:cs typeface="Arial"/>
                <a:sym typeface="Arial"/>
              </a:defRPr>
            </a:lvl6pPr>
            <a:lvl7pPr lvl="6" marR="0" rtl="0" algn="l">
              <a:lnSpc>
                <a:spcPct val="100000"/>
              </a:lnSpc>
              <a:spcBef>
                <a:spcPts val="0"/>
              </a:spcBef>
              <a:spcAft>
                <a:spcPts val="0"/>
              </a:spcAft>
              <a:buClr>
                <a:srgbClr val="000000"/>
              </a:buClr>
              <a:buSzPts val="1100"/>
              <a:buFont typeface="Arial"/>
              <a:buNone/>
              <a:defRPr b="0" i="0" sz="1400" u="none" cap="none" strike="noStrike">
                <a:solidFill>
                  <a:schemeClr val="dk1"/>
                </a:solidFill>
                <a:latin typeface="Arial"/>
                <a:ea typeface="Arial"/>
                <a:cs typeface="Arial"/>
                <a:sym typeface="Arial"/>
              </a:defRPr>
            </a:lvl7pPr>
            <a:lvl8pPr lvl="7" marR="0" rtl="0" algn="l">
              <a:lnSpc>
                <a:spcPct val="100000"/>
              </a:lnSpc>
              <a:spcBef>
                <a:spcPts val="0"/>
              </a:spcBef>
              <a:spcAft>
                <a:spcPts val="0"/>
              </a:spcAft>
              <a:buClr>
                <a:srgbClr val="000000"/>
              </a:buClr>
              <a:buSzPts val="1100"/>
              <a:buFont typeface="Arial"/>
              <a:buNone/>
              <a:defRPr b="0" i="0" sz="1400" u="none" cap="none" strike="noStrike">
                <a:solidFill>
                  <a:schemeClr val="dk1"/>
                </a:solidFill>
                <a:latin typeface="Arial"/>
                <a:ea typeface="Arial"/>
                <a:cs typeface="Arial"/>
                <a:sym typeface="Arial"/>
              </a:defRPr>
            </a:lvl8pPr>
            <a:lvl9pPr lvl="8" marR="0" rtl="0" algn="l">
              <a:lnSpc>
                <a:spcPct val="100000"/>
              </a:lnSpc>
              <a:spcBef>
                <a:spcPts val="0"/>
              </a:spcBef>
              <a:spcAft>
                <a:spcPts val="0"/>
              </a:spcAft>
              <a:buClr>
                <a:srgbClr val="000000"/>
              </a:buClr>
              <a:buSzPts val="1100"/>
              <a:buFont typeface="Arial"/>
              <a:buNone/>
              <a:defRPr b="0" i="0" sz="1400" u="none" cap="none" strike="noStrike">
                <a:solidFill>
                  <a:schemeClr val="dk1"/>
                </a:solidFill>
                <a:latin typeface="Arial"/>
                <a:ea typeface="Arial"/>
                <a:cs typeface="Arial"/>
                <a:sym typeface="Arial"/>
              </a:defRPr>
            </a:lvl9pPr>
          </a:lstStyle>
          <a:p/>
        </p:txBody>
      </p:sp>
      <p:sp>
        <p:nvSpPr>
          <p:cNvPr id="9" name="Google Shape;9;p1"/>
          <p:cNvSpPr txBox="1"/>
          <p:nvPr>
            <p:ph idx="11" type="ftr"/>
          </p:nvPr>
        </p:nvSpPr>
        <p:spPr>
          <a:xfrm>
            <a:off x="3028950" y="4767263"/>
            <a:ext cx="3086100" cy="273844"/>
          </a:xfrm>
          <a:prstGeom prst="rect">
            <a:avLst/>
          </a:prstGeom>
          <a:noFill/>
          <a:ln>
            <a:noFill/>
          </a:ln>
        </p:spPr>
        <p:txBody>
          <a:bodyPr anchorCtr="0" anchor="ctr" bIns="34275" lIns="68575" spcFirstLastPara="1" rIns="68575" wrap="square" tIns="34275">
            <a:noAutofit/>
          </a:bodyPr>
          <a:lstStyle>
            <a:lvl1pPr lvl="0" marR="0" rtl="0" algn="ctr">
              <a:lnSpc>
                <a:spcPct val="100000"/>
              </a:lnSpc>
              <a:spcBef>
                <a:spcPts val="0"/>
              </a:spcBef>
              <a:spcAft>
                <a:spcPts val="0"/>
              </a:spcAft>
              <a:buClr>
                <a:srgbClr val="000000"/>
              </a:buClr>
              <a:buSzPts val="1100"/>
              <a:buFont typeface="Arial"/>
              <a:buNone/>
              <a:defRPr b="0" i="0" sz="900" u="none" cap="none" strike="noStrike">
                <a:solidFill>
                  <a:srgbClr val="757575"/>
                </a:solidFill>
                <a:latin typeface="Arial"/>
                <a:ea typeface="Arial"/>
                <a:cs typeface="Arial"/>
                <a:sym typeface="Arial"/>
              </a:defRPr>
            </a:lvl1pPr>
            <a:lvl2pPr lvl="1" marR="0" rtl="0" algn="l">
              <a:lnSpc>
                <a:spcPct val="100000"/>
              </a:lnSpc>
              <a:spcBef>
                <a:spcPts val="0"/>
              </a:spcBef>
              <a:spcAft>
                <a:spcPts val="0"/>
              </a:spcAft>
              <a:buClr>
                <a:srgbClr val="000000"/>
              </a:buClr>
              <a:buSzPts val="1100"/>
              <a:buFont typeface="Arial"/>
              <a:buNone/>
              <a:defRPr b="0" i="0" sz="1400" u="none" cap="none" strike="noStrike">
                <a:solidFill>
                  <a:schemeClr val="dk1"/>
                </a:solidFill>
                <a:latin typeface="Arial"/>
                <a:ea typeface="Arial"/>
                <a:cs typeface="Arial"/>
                <a:sym typeface="Arial"/>
              </a:defRPr>
            </a:lvl2pPr>
            <a:lvl3pPr lvl="2" marR="0" rtl="0" algn="l">
              <a:lnSpc>
                <a:spcPct val="100000"/>
              </a:lnSpc>
              <a:spcBef>
                <a:spcPts val="0"/>
              </a:spcBef>
              <a:spcAft>
                <a:spcPts val="0"/>
              </a:spcAft>
              <a:buClr>
                <a:srgbClr val="000000"/>
              </a:buClr>
              <a:buSzPts val="1100"/>
              <a:buFont typeface="Arial"/>
              <a:buNone/>
              <a:defRPr b="0" i="0" sz="1400" u="none" cap="none" strike="noStrike">
                <a:solidFill>
                  <a:schemeClr val="dk1"/>
                </a:solidFill>
                <a:latin typeface="Arial"/>
                <a:ea typeface="Arial"/>
                <a:cs typeface="Arial"/>
                <a:sym typeface="Arial"/>
              </a:defRPr>
            </a:lvl3pPr>
            <a:lvl4pPr lvl="3" marR="0" rtl="0" algn="l">
              <a:lnSpc>
                <a:spcPct val="100000"/>
              </a:lnSpc>
              <a:spcBef>
                <a:spcPts val="0"/>
              </a:spcBef>
              <a:spcAft>
                <a:spcPts val="0"/>
              </a:spcAft>
              <a:buClr>
                <a:srgbClr val="000000"/>
              </a:buClr>
              <a:buSzPts val="1100"/>
              <a:buFont typeface="Arial"/>
              <a:buNone/>
              <a:defRPr b="0" i="0" sz="1400" u="none" cap="none" strike="noStrike">
                <a:solidFill>
                  <a:schemeClr val="dk1"/>
                </a:solidFill>
                <a:latin typeface="Arial"/>
                <a:ea typeface="Arial"/>
                <a:cs typeface="Arial"/>
                <a:sym typeface="Arial"/>
              </a:defRPr>
            </a:lvl4pPr>
            <a:lvl5pPr lvl="4" marR="0" rtl="0" algn="l">
              <a:lnSpc>
                <a:spcPct val="100000"/>
              </a:lnSpc>
              <a:spcBef>
                <a:spcPts val="0"/>
              </a:spcBef>
              <a:spcAft>
                <a:spcPts val="0"/>
              </a:spcAft>
              <a:buClr>
                <a:srgbClr val="000000"/>
              </a:buClr>
              <a:buSzPts val="1100"/>
              <a:buFont typeface="Arial"/>
              <a:buNone/>
              <a:defRPr b="0" i="0" sz="1400" u="none" cap="none" strike="noStrike">
                <a:solidFill>
                  <a:schemeClr val="dk1"/>
                </a:solidFill>
                <a:latin typeface="Arial"/>
                <a:ea typeface="Arial"/>
                <a:cs typeface="Arial"/>
                <a:sym typeface="Arial"/>
              </a:defRPr>
            </a:lvl5pPr>
            <a:lvl6pPr lvl="5" marR="0" rtl="0" algn="l">
              <a:lnSpc>
                <a:spcPct val="100000"/>
              </a:lnSpc>
              <a:spcBef>
                <a:spcPts val="0"/>
              </a:spcBef>
              <a:spcAft>
                <a:spcPts val="0"/>
              </a:spcAft>
              <a:buClr>
                <a:srgbClr val="000000"/>
              </a:buClr>
              <a:buSzPts val="1100"/>
              <a:buFont typeface="Arial"/>
              <a:buNone/>
              <a:defRPr b="0" i="0" sz="1400" u="none" cap="none" strike="noStrike">
                <a:solidFill>
                  <a:schemeClr val="dk1"/>
                </a:solidFill>
                <a:latin typeface="Arial"/>
                <a:ea typeface="Arial"/>
                <a:cs typeface="Arial"/>
                <a:sym typeface="Arial"/>
              </a:defRPr>
            </a:lvl6pPr>
            <a:lvl7pPr lvl="6" marR="0" rtl="0" algn="l">
              <a:lnSpc>
                <a:spcPct val="100000"/>
              </a:lnSpc>
              <a:spcBef>
                <a:spcPts val="0"/>
              </a:spcBef>
              <a:spcAft>
                <a:spcPts val="0"/>
              </a:spcAft>
              <a:buClr>
                <a:srgbClr val="000000"/>
              </a:buClr>
              <a:buSzPts val="1100"/>
              <a:buFont typeface="Arial"/>
              <a:buNone/>
              <a:defRPr b="0" i="0" sz="1400" u="none" cap="none" strike="noStrike">
                <a:solidFill>
                  <a:schemeClr val="dk1"/>
                </a:solidFill>
                <a:latin typeface="Arial"/>
                <a:ea typeface="Arial"/>
                <a:cs typeface="Arial"/>
                <a:sym typeface="Arial"/>
              </a:defRPr>
            </a:lvl7pPr>
            <a:lvl8pPr lvl="7" marR="0" rtl="0" algn="l">
              <a:lnSpc>
                <a:spcPct val="100000"/>
              </a:lnSpc>
              <a:spcBef>
                <a:spcPts val="0"/>
              </a:spcBef>
              <a:spcAft>
                <a:spcPts val="0"/>
              </a:spcAft>
              <a:buClr>
                <a:srgbClr val="000000"/>
              </a:buClr>
              <a:buSzPts val="1100"/>
              <a:buFont typeface="Arial"/>
              <a:buNone/>
              <a:defRPr b="0" i="0" sz="1400" u="none" cap="none" strike="noStrike">
                <a:solidFill>
                  <a:schemeClr val="dk1"/>
                </a:solidFill>
                <a:latin typeface="Arial"/>
                <a:ea typeface="Arial"/>
                <a:cs typeface="Arial"/>
                <a:sym typeface="Arial"/>
              </a:defRPr>
            </a:lvl8pPr>
            <a:lvl9pPr lvl="8" marR="0" rtl="0" algn="l">
              <a:lnSpc>
                <a:spcPct val="100000"/>
              </a:lnSpc>
              <a:spcBef>
                <a:spcPts val="0"/>
              </a:spcBef>
              <a:spcAft>
                <a:spcPts val="0"/>
              </a:spcAft>
              <a:buClr>
                <a:srgbClr val="000000"/>
              </a:buClr>
              <a:buSzPts val="1100"/>
              <a:buFont typeface="Arial"/>
              <a:buNone/>
              <a:defRPr b="0" i="0" sz="1400" u="none" cap="none" strike="noStrike">
                <a:solidFill>
                  <a:schemeClr val="dk1"/>
                </a:solidFill>
                <a:latin typeface="Arial"/>
                <a:ea typeface="Arial"/>
                <a:cs typeface="Arial"/>
                <a:sym typeface="Arial"/>
              </a:defRPr>
            </a:lvl9pPr>
          </a:lstStyle>
          <a:p/>
        </p:txBody>
      </p:sp>
      <p:sp>
        <p:nvSpPr>
          <p:cNvPr id="10" name="Google Shape;10;p1"/>
          <p:cNvSpPr txBox="1"/>
          <p:nvPr>
            <p:ph idx="12" type="sldNum"/>
          </p:nvPr>
        </p:nvSpPr>
        <p:spPr>
          <a:xfrm>
            <a:off x="6457950" y="4767263"/>
            <a:ext cx="2057400" cy="273844"/>
          </a:xfrm>
          <a:prstGeom prst="rect">
            <a:avLst/>
          </a:prstGeom>
          <a:noFill/>
          <a:ln>
            <a:noFill/>
          </a:ln>
        </p:spPr>
        <p:txBody>
          <a:bodyPr anchorCtr="0" anchor="ctr" bIns="34275" lIns="68575" spcFirstLastPara="1" rIns="68575" wrap="square" tIns="34275">
            <a:noAutofit/>
          </a:bodyPr>
          <a:lstStyle>
            <a:lvl1pPr indent="0" lvl="0" marL="0" marR="0" rtl="0" algn="r">
              <a:lnSpc>
                <a:spcPct val="100000"/>
              </a:lnSpc>
              <a:spcBef>
                <a:spcPts val="0"/>
              </a:spcBef>
              <a:spcAft>
                <a:spcPts val="0"/>
              </a:spcAft>
              <a:buClr>
                <a:srgbClr val="000000"/>
              </a:buClr>
              <a:buSzPts val="900"/>
              <a:buFont typeface="Arial"/>
              <a:buNone/>
              <a:defRPr b="0" i="0" sz="900" u="none" cap="none" strike="noStrike">
                <a:solidFill>
                  <a:srgbClr val="757575"/>
                </a:solidFill>
                <a:latin typeface="Arial"/>
                <a:ea typeface="Arial"/>
                <a:cs typeface="Arial"/>
                <a:sym typeface="Arial"/>
              </a:defRPr>
            </a:lvl1pPr>
            <a:lvl2pPr indent="0" lvl="1" marL="0" marR="0" rtl="0" algn="r">
              <a:lnSpc>
                <a:spcPct val="100000"/>
              </a:lnSpc>
              <a:spcBef>
                <a:spcPts val="0"/>
              </a:spcBef>
              <a:spcAft>
                <a:spcPts val="0"/>
              </a:spcAft>
              <a:buClr>
                <a:srgbClr val="000000"/>
              </a:buClr>
              <a:buSzPts val="900"/>
              <a:buFont typeface="Arial"/>
              <a:buNone/>
              <a:defRPr b="0" i="0" sz="900" u="none" cap="none" strike="noStrike">
                <a:solidFill>
                  <a:srgbClr val="757575"/>
                </a:solidFill>
                <a:latin typeface="Arial"/>
                <a:ea typeface="Arial"/>
                <a:cs typeface="Arial"/>
                <a:sym typeface="Arial"/>
              </a:defRPr>
            </a:lvl2pPr>
            <a:lvl3pPr indent="0" lvl="2" marL="0" marR="0" rtl="0" algn="r">
              <a:lnSpc>
                <a:spcPct val="100000"/>
              </a:lnSpc>
              <a:spcBef>
                <a:spcPts val="0"/>
              </a:spcBef>
              <a:spcAft>
                <a:spcPts val="0"/>
              </a:spcAft>
              <a:buClr>
                <a:srgbClr val="000000"/>
              </a:buClr>
              <a:buSzPts val="900"/>
              <a:buFont typeface="Arial"/>
              <a:buNone/>
              <a:defRPr b="0" i="0" sz="900" u="none" cap="none" strike="noStrike">
                <a:solidFill>
                  <a:srgbClr val="757575"/>
                </a:solidFill>
                <a:latin typeface="Arial"/>
                <a:ea typeface="Arial"/>
                <a:cs typeface="Arial"/>
                <a:sym typeface="Arial"/>
              </a:defRPr>
            </a:lvl3pPr>
            <a:lvl4pPr indent="0" lvl="3" marL="0" marR="0" rtl="0" algn="r">
              <a:lnSpc>
                <a:spcPct val="100000"/>
              </a:lnSpc>
              <a:spcBef>
                <a:spcPts val="0"/>
              </a:spcBef>
              <a:spcAft>
                <a:spcPts val="0"/>
              </a:spcAft>
              <a:buClr>
                <a:srgbClr val="000000"/>
              </a:buClr>
              <a:buSzPts val="900"/>
              <a:buFont typeface="Arial"/>
              <a:buNone/>
              <a:defRPr b="0" i="0" sz="900" u="none" cap="none" strike="noStrike">
                <a:solidFill>
                  <a:srgbClr val="757575"/>
                </a:solidFill>
                <a:latin typeface="Arial"/>
                <a:ea typeface="Arial"/>
                <a:cs typeface="Arial"/>
                <a:sym typeface="Arial"/>
              </a:defRPr>
            </a:lvl4pPr>
            <a:lvl5pPr indent="0" lvl="4" marL="0" marR="0" rtl="0" algn="r">
              <a:lnSpc>
                <a:spcPct val="100000"/>
              </a:lnSpc>
              <a:spcBef>
                <a:spcPts val="0"/>
              </a:spcBef>
              <a:spcAft>
                <a:spcPts val="0"/>
              </a:spcAft>
              <a:buClr>
                <a:srgbClr val="000000"/>
              </a:buClr>
              <a:buSzPts val="900"/>
              <a:buFont typeface="Arial"/>
              <a:buNone/>
              <a:defRPr b="0" i="0" sz="900" u="none" cap="none" strike="noStrike">
                <a:solidFill>
                  <a:srgbClr val="757575"/>
                </a:solidFill>
                <a:latin typeface="Arial"/>
                <a:ea typeface="Arial"/>
                <a:cs typeface="Arial"/>
                <a:sym typeface="Arial"/>
              </a:defRPr>
            </a:lvl5pPr>
            <a:lvl6pPr indent="0" lvl="5" marL="0" marR="0" rtl="0" algn="r">
              <a:lnSpc>
                <a:spcPct val="100000"/>
              </a:lnSpc>
              <a:spcBef>
                <a:spcPts val="0"/>
              </a:spcBef>
              <a:spcAft>
                <a:spcPts val="0"/>
              </a:spcAft>
              <a:buClr>
                <a:srgbClr val="000000"/>
              </a:buClr>
              <a:buSzPts val="900"/>
              <a:buFont typeface="Arial"/>
              <a:buNone/>
              <a:defRPr b="0" i="0" sz="900" u="none" cap="none" strike="noStrike">
                <a:solidFill>
                  <a:srgbClr val="757575"/>
                </a:solidFill>
                <a:latin typeface="Arial"/>
                <a:ea typeface="Arial"/>
                <a:cs typeface="Arial"/>
                <a:sym typeface="Arial"/>
              </a:defRPr>
            </a:lvl6pPr>
            <a:lvl7pPr indent="0" lvl="6" marL="0" marR="0" rtl="0" algn="r">
              <a:lnSpc>
                <a:spcPct val="100000"/>
              </a:lnSpc>
              <a:spcBef>
                <a:spcPts val="0"/>
              </a:spcBef>
              <a:spcAft>
                <a:spcPts val="0"/>
              </a:spcAft>
              <a:buClr>
                <a:srgbClr val="000000"/>
              </a:buClr>
              <a:buSzPts val="900"/>
              <a:buFont typeface="Arial"/>
              <a:buNone/>
              <a:defRPr b="0" i="0" sz="900" u="none" cap="none" strike="noStrike">
                <a:solidFill>
                  <a:srgbClr val="757575"/>
                </a:solidFill>
                <a:latin typeface="Arial"/>
                <a:ea typeface="Arial"/>
                <a:cs typeface="Arial"/>
                <a:sym typeface="Arial"/>
              </a:defRPr>
            </a:lvl7pPr>
            <a:lvl8pPr indent="0" lvl="7" marL="0" marR="0" rtl="0" algn="r">
              <a:lnSpc>
                <a:spcPct val="100000"/>
              </a:lnSpc>
              <a:spcBef>
                <a:spcPts val="0"/>
              </a:spcBef>
              <a:spcAft>
                <a:spcPts val="0"/>
              </a:spcAft>
              <a:buClr>
                <a:srgbClr val="000000"/>
              </a:buClr>
              <a:buSzPts val="900"/>
              <a:buFont typeface="Arial"/>
              <a:buNone/>
              <a:defRPr b="0" i="0" sz="900" u="none" cap="none" strike="noStrike">
                <a:solidFill>
                  <a:srgbClr val="757575"/>
                </a:solidFill>
                <a:latin typeface="Arial"/>
                <a:ea typeface="Arial"/>
                <a:cs typeface="Arial"/>
                <a:sym typeface="Arial"/>
              </a:defRPr>
            </a:lvl8pPr>
            <a:lvl9pPr indent="0" lvl="8" marL="0" marR="0" rtl="0" algn="r">
              <a:lnSpc>
                <a:spcPct val="100000"/>
              </a:lnSpc>
              <a:spcBef>
                <a:spcPts val="0"/>
              </a:spcBef>
              <a:spcAft>
                <a:spcPts val="0"/>
              </a:spcAft>
              <a:buClr>
                <a:srgbClr val="000000"/>
              </a:buClr>
              <a:buSzPts val="900"/>
              <a:buFont typeface="Arial"/>
              <a:buNone/>
              <a:defRPr b="0" i="0" sz="900" u="none" cap="none" strike="noStrike">
                <a:solidFill>
                  <a:srgbClr val="757575"/>
                </a:solidFill>
                <a:latin typeface="Arial"/>
                <a:ea typeface="Arial"/>
                <a:cs typeface="Arial"/>
                <a:sym typeface="Arial"/>
              </a:defRPr>
            </a:lvl9pPr>
          </a:lstStyle>
          <a:p>
            <a:pPr indent="0" lvl="0" marL="0" rtl="0" algn="r">
              <a:spcBef>
                <a:spcPts val="0"/>
              </a:spcBef>
              <a:spcAft>
                <a:spcPts val="0"/>
              </a:spcAft>
              <a:buNone/>
            </a:pPr>
            <a:fld id="{00000000-1234-1234-1234-123412341234}" type="slidenum">
              <a:rPr lang="en-GB"/>
              <a:t>‹#›</a:t>
            </a:fld>
            <a:endParaRPr/>
          </a:p>
        </p:txBody>
      </p:sp>
    </p:spTree>
  </p:cSld>
  <p:clrMap accent1="accent1" accent2="accent2" accent3="accent3" accent4="accent4" accent5="accent5" accent6="accent6" bg1="lt1" bg2="dk2" tx1="dk1" tx2="lt2" folHlink="folHlink" hlink="hlink"/>
  <p:sldLayoutIdLst>
    <p:sldLayoutId id="2147483648" r:id="rId1"/>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otherStyle>
  </p:txStyles>
</p:sldMaster>
</file>

<file path=ppt/slideMasters/slideMaster2.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name="simple-light-2">
    <p:bg>
      <p:bgPr>
        <a:solidFill>
          <a:schemeClr val="lt1"/>
        </a:solidFill>
      </p:bgPr>
    </p:bg>
    <p:spTree>
      <p:nvGrpSpPr>
        <p:cNvPr id="80" name="Shape 80"/>
        <p:cNvGrpSpPr/>
        <p:nvPr/>
      </p:nvGrpSpPr>
      <p:grpSpPr>
        <a:xfrm>
          <a:off x="0" y="0"/>
          <a:ext cx="0" cy="0"/>
          <a:chOff x="0" y="0"/>
          <a:chExt cx="0" cy="0"/>
        </a:xfrm>
      </p:grpSpPr>
      <p:sp>
        <p:nvSpPr>
          <p:cNvPr id="81" name="Google Shape;81;p13"/>
          <p:cNvSpPr txBox="1"/>
          <p:nvPr>
            <p:ph type="title"/>
          </p:nvPr>
        </p:nvSpPr>
        <p:spPr>
          <a:xfrm>
            <a:off x="311700" y="445025"/>
            <a:ext cx="8520600" cy="572700"/>
          </a:xfrm>
          <a:prstGeom prst="rect">
            <a:avLst/>
          </a:prstGeom>
          <a:noFill/>
          <a:ln>
            <a:noFill/>
          </a:ln>
        </p:spPr>
        <p:txBody>
          <a:bodyPr anchorCtr="0" anchor="t" bIns="91425" lIns="91425" spcFirstLastPara="1" rIns="91425" wrap="square" tIns="91425">
            <a:normAutofit/>
          </a:bodyPr>
          <a:lstStyle>
            <a:lvl1pPr lvl="0" marR="0" rtl="0" algn="l">
              <a:lnSpc>
                <a:spcPct val="100000"/>
              </a:lnSpc>
              <a:spcBef>
                <a:spcPts val="0"/>
              </a:spcBef>
              <a:spcAft>
                <a:spcPts val="0"/>
              </a:spcAft>
              <a:buClr>
                <a:schemeClr val="dk1"/>
              </a:buClr>
              <a:buSzPts val="2800"/>
              <a:buFont typeface="Arial"/>
              <a:buNone/>
              <a:defRPr b="0" i="0" sz="2800" u="none" cap="none" strike="noStrike">
                <a:solidFill>
                  <a:schemeClr val="dk1"/>
                </a:solidFill>
                <a:latin typeface="Arial"/>
                <a:ea typeface="Arial"/>
                <a:cs typeface="Arial"/>
                <a:sym typeface="Arial"/>
              </a:defRPr>
            </a:lvl1pPr>
            <a:lvl2pPr lvl="1" marR="0" rtl="0" algn="l">
              <a:lnSpc>
                <a:spcPct val="100000"/>
              </a:lnSpc>
              <a:spcBef>
                <a:spcPts val="0"/>
              </a:spcBef>
              <a:spcAft>
                <a:spcPts val="0"/>
              </a:spcAft>
              <a:buClr>
                <a:schemeClr val="dk1"/>
              </a:buClr>
              <a:buSzPts val="2800"/>
              <a:buFont typeface="Arial"/>
              <a:buNone/>
              <a:defRPr b="0" i="0" sz="2800" u="none" cap="none" strike="noStrike">
                <a:solidFill>
                  <a:schemeClr val="dk1"/>
                </a:solidFill>
                <a:latin typeface="Arial"/>
                <a:ea typeface="Arial"/>
                <a:cs typeface="Arial"/>
                <a:sym typeface="Arial"/>
              </a:defRPr>
            </a:lvl2pPr>
            <a:lvl3pPr lvl="2" marR="0" rtl="0" algn="l">
              <a:lnSpc>
                <a:spcPct val="100000"/>
              </a:lnSpc>
              <a:spcBef>
                <a:spcPts val="0"/>
              </a:spcBef>
              <a:spcAft>
                <a:spcPts val="0"/>
              </a:spcAft>
              <a:buClr>
                <a:schemeClr val="dk1"/>
              </a:buClr>
              <a:buSzPts val="2800"/>
              <a:buFont typeface="Arial"/>
              <a:buNone/>
              <a:defRPr b="0" i="0" sz="2800" u="none" cap="none" strike="noStrike">
                <a:solidFill>
                  <a:schemeClr val="dk1"/>
                </a:solidFill>
                <a:latin typeface="Arial"/>
                <a:ea typeface="Arial"/>
                <a:cs typeface="Arial"/>
                <a:sym typeface="Arial"/>
              </a:defRPr>
            </a:lvl3pPr>
            <a:lvl4pPr lvl="3" marR="0" rtl="0" algn="l">
              <a:lnSpc>
                <a:spcPct val="100000"/>
              </a:lnSpc>
              <a:spcBef>
                <a:spcPts val="0"/>
              </a:spcBef>
              <a:spcAft>
                <a:spcPts val="0"/>
              </a:spcAft>
              <a:buClr>
                <a:schemeClr val="dk1"/>
              </a:buClr>
              <a:buSzPts val="2800"/>
              <a:buFont typeface="Arial"/>
              <a:buNone/>
              <a:defRPr b="0" i="0" sz="2800" u="none" cap="none" strike="noStrike">
                <a:solidFill>
                  <a:schemeClr val="dk1"/>
                </a:solidFill>
                <a:latin typeface="Arial"/>
                <a:ea typeface="Arial"/>
                <a:cs typeface="Arial"/>
                <a:sym typeface="Arial"/>
              </a:defRPr>
            </a:lvl4pPr>
            <a:lvl5pPr lvl="4" marR="0" rtl="0" algn="l">
              <a:lnSpc>
                <a:spcPct val="100000"/>
              </a:lnSpc>
              <a:spcBef>
                <a:spcPts val="0"/>
              </a:spcBef>
              <a:spcAft>
                <a:spcPts val="0"/>
              </a:spcAft>
              <a:buClr>
                <a:schemeClr val="dk1"/>
              </a:buClr>
              <a:buSzPts val="2800"/>
              <a:buFont typeface="Arial"/>
              <a:buNone/>
              <a:defRPr b="0" i="0" sz="2800" u="none" cap="none" strike="noStrike">
                <a:solidFill>
                  <a:schemeClr val="dk1"/>
                </a:solidFill>
                <a:latin typeface="Arial"/>
                <a:ea typeface="Arial"/>
                <a:cs typeface="Arial"/>
                <a:sym typeface="Arial"/>
              </a:defRPr>
            </a:lvl5pPr>
            <a:lvl6pPr lvl="5" marR="0" rtl="0" algn="l">
              <a:lnSpc>
                <a:spcPct val="100000"/>
              </a:lnSpc>
              <a:spcBef>
                <a:spcPts val="0"/>
              </a:spcBef>
              <a:spcAft>
                <a:spcPts val="0"/>
              </a:spcAft>
              <a:buClr>
                <a:schemeClr val="dk1"/>
              </a:buClr>
              <a:buSzPts val="2800"/>
              <a:buFont typeface="Arial"/>
              <a:buNone/>
              <a:defRPr b="0" i="0" sz="2800" u="none" cap="none" strike="noStrike">
                <a:solidFill>
                  <a:schemeClr val="dk1"/>
                </a:solidFill>
                <a:latin typeface="Arial"/>
                <a:ea typeface="Arial"/>
                <a:cs typeface="Arial"/>
                <a:sym typeface="Arial"/>
              </a:defRPr>
            </a:lvl6pPr>
            <a:lvl7pPr lvl="6" marR="0" rtl="0" algn="l">
              <a:lnSpc>
                <a:spcPct val="100000"/>
              </a:lnSpc>
              <a:spcBef>
                <a:spcPts val="0"/>
              </a:spcBef>
              <a:spcAft>
                <a:spcPts val="0"/>
              </a:spcAft>
              <a:buClr>
                <a:schemeClr val="dk1"/>
              </a:buClr>
              <a:buSzPts val="2800"/>
              <a:buFont typeface="Arial"/>
              <a:buNone/>
              <a:defRPr b="0" i="0" sz="2800" u="none" cap="none" strike="noStrike">
                <a:solidFill>
                  <a:schemeClr val="dk1"/>
                </a:solidFill>
                <a:latin typeface="Arial"/>
                <a:ea typeface="Arial"/>
                <a:cs typeface="Arial"/>
                <a:sym typeface="Arial"/>
              </a:defRPr>
            </a:lvl7pPr>
            <a:lvl8pPr lvl="7" marR="0" rtl="0" algn="l">
              <a:lnSpc>
                <a:spcPct val="100000"/>
              </a:lnSpc>
              <a:spcBef>
                <a:spcPts val="0"/>
              </a:spcBef>
              <a:spcAft>
                <a:spcPts val="0"/>
              </a:spcAft>
              <a:buClr>
                <a:schemeClr val="dk1"/>
              </a:buClr>
              <a:buSzPts val="2800"/>
              <a:buFont typeface="Arial"/>
              <a:buNone/>
              <a:defRPr b="0" i="0" sz="2800" u="none" cap="none" strike="noStrike">
                <a:solidFill>
                  <a:schemeClr val="dk1"/>
                </a:solidFill>
                <a:latin typeface="Arial"/>
                <a:ea typeface="Arial"/>
                <a:cs typeface="Arial"/>
                <a:sym typeface="Arial"/>
              </a:defRPr>
            </a:lvl8pPr>
            <a:lvl9pPr lvl="8" marR="0" rtl="0" algn="l">
              <a:lnSpc>
                <a:spcPct val="100000"/>
              </a:lnSpc>
              <a:spcBef>
                <a:spcPts val="0"/>
              </a:spcBef>
              <a:spcAft>
                <a:spcPts val="0"/>
              </a:spcAft>
              <a:buClr>
                <a:schemeClr val="dk1"/>
              </a:buClr>
              <a:buSzPts val="2800"/>
              <a:buFont typeface="Arial"/>
              <a:buNone/>
              <a:defRPr b="0" i="0" sz="2800" u="none" cap="none" strike="noStrike">
                <a:solidFill>
                  <a:schemeClr val="dk1"/>
                </a:solidFill>
                <a:latin typeface="Arial"/>
                <a:ea typeface="Arial"/>
                <a:cs typeface="Arial"/>
                <a:sym typeface="Arial"/>
              </a:defRPr>
            </a:lvl9pPr>
          </a:lstStyle>
          <a:p/>
        </p:txBody>
      </p:sp>
      <p:sp>
        <p:nvSpPr>
          <p:cNvPr id="82" name="Google Shape;82;p13"/>
          <p:cNvSpPr txBox="1"/>
          <p:nvPr>
            <p:ph idx="1" type="body"/>
          </p:nvPr>
        </p:nvSpPr>
        <p:spPr>
          <a:xfrm>
            <a:off x="311700" y="1152475"/>
            <a:ext cx="8520600" cy="3416400"/>
          </a:xfrm>
          <a:prstGeom prst="rect">
            <a:avLst/>
          </a:prstGeom>
          <a:noFill/>
          <a:ln>
            <a:noFill/>
          </a:ln>
        </p:spPr>
        <p:txBody>
          <a:bodyPr anchorCtr="0" anchor="t" bIns="91425" lIns="91425" spcFirstLastPara="1" rIns="91425" wrap="square" tIns="91425">
            <a:normAutofit/>
          </a:bodyPr>
          <a:lstStyle>
            <a:lvl1pPr indent="-342900" lvl="0" marL="457200" marR="0" rtl="0" algn="l">
              <a:lnSpc>
                <a:spcPct val="115000"/>
              </a:lnSpc>
              <a:spcBef>
                <a:spcPts val="0"/>
              </a:spcBef>
              <a:spcAft>
                <a:spcPts val="0"/>
              </a:spcAft>
              <a:buClr>
                <a:schemeClr val="dk2"/>
              </a:buClr>
              <a:buSzPts val="1800"/>
              <a:buFont typeface="Arial"/>
              <a:buChar char="●"/>
              <a:defRPr b="0" i="0" sz="1800" u="none" cap="none" strike="noStrike">
                <a:solidFill>
                  <a:schemeClr val="dk2"/>
                </a:solidFill>
                <a:latin typeface="Arial"/>
                <a:ea typeface="Arial"/>
                <a:cs typeface="Arial"/>
                <a:sym typeface="Arial"/>
              </a:defRPr>
            </a:lvl1pPr>
            <a:lvl2pPr indent="-317500" lvl="1" marL="914400" marR="0" rtl="0" algn="l">
              <a:lnSpc>
                <a:spcPct val="115000"/>
              </a:lnSpc>
              <a:spcBef>
                <a:spcPts val="0"/>
              </a:spcBef>
              <a:spcAft>
                <a:spcPts val="0"/>
              </a:spcAft>
              <a:buClr>
                <a:schemeClr val="dk2"/>
              </a:buClr>
              <a:buSzPts val="1400"/>
              <a:buFont typeface="Arial"/>
              <a:buChar char="○"/>
              <a:defRPr b="0" i="0" sz="1400" u="none" cap="none" strike="noStrike">
                <a:solidFill>
                  <a:schemeClr val="dk2"/>
                </a:solidFill>
                <a:latin typeface="Arial"/>
                <a:ea typeface="Arial"/>
                <a:cs typeface="Arial"/>
                <a:sym typeface="Arial"/>
              </a:defRPr>
            </a:lvl2pPr>
            <a:lvl3pPr indent="-317500" lvl="2" marL="1371600" marR="0" rtl="0" algn="l">
              <a:lnSpc>
                <a:spcPct val="115000"/>
              </a:lnSpc>
              <a:spcBef>
                <a:spcPts val="0"/>
              </a:spcBef>
              <a:spcAft>
                <a:spcPts val="0"/>
              </a:spcAft>
              <a:buClr>
                <a:schemeClr val="dk2"/>
              </a:buClr>
              <a:buSzPts val="1400"/>
              <a:buFont typeface="Arial"/>
              <a:buChar char="■"/>
              <a:defRPr b="0" i="0" sz="1400" u="none" cap="none" strike="noStrike">
                <a:solidFill>
                  <a:schemeClr val="dk2"/>
                </a:solidFill>
                <a:latin typeface="Arial"/>
                <a:ea typeface="Arial"/>
                <a:cs typeface="Arial"/>
                <a:sym typeface="Arial"/>
              </a:defRPr>
            </a:lvl3pPr>
            <a:lvl4pPr indent="-317500" lvl="3" marL="1828800" marR="0" rtl="0" algn="l">
              <a:lnSpc>
                <a:spcPct val="115000"/>
              </a:lnSpc>
              <a:spcBef>
                <a:spcPts val="0"/>
              </a:spcBef>
              <a:spcAft>
                <a:spcPts val="0"/>
              </a:spcAft>
              <a:buClr>
                <a:schemeClr val="dk2"/>
              </a:buClr>
              <a:buSzPts val="1400"/>
              <a:buFont typeface="Arial"/>
              <a:buChar char="●"/>
              <a:defRPr b="0" i="0" sz="1400" u="none" cap="none" strike="noStrike">
                <a:solidFill>
                  <a:schemeClr val="dk2"/>
                </a:solidFill>
                <a:latin typeface="Arial"/>
                <a:ea typeface="Arial"/>
                <a:cs typeface="Arial"/>
                <a:sym typeface="Arial"/>
              </a:defRPr>
            </a:lvl4pPr>
            <a:lvl5pPr indent="-317500" lvl="4" marL="2286000" marR="0" rtl="0" algn="l">
              <a:lnSpc>
                <a:spcPct val="115000"/>
              </a:lnSpc>
              <a:spcBef>
                <a:spcPts val="0"/>
              </a:spcBef>
              <a:spcAft>
                <a:spcPts val="0"/>
              </a:spcAft>
              <a:buClr>
                <a:schemeClr val="dk2"/>
              </a:buClr>
              <a:buSzPts val="1400"/>
              <a:buFont typeface="Arial"/>
              <a:buChar char="○"/>
              <a:defRPr b="0" i="0" sz="1400" u="none" cap="none" strike="noStrike">
                <a:solidFill>
                  <a:schemeClr val="dk2"/>
                </a:solidFill>
                <a:latin typeface="Arial"/>
                <a:ea typeface="Arial"/>
                <a:cs typeface="Arial"/>
                <a:sym typeface="Arial"/>
              </a:defRPr>
            </a:lvl5pPr>
            <a:lvl6pPr indent="-317500" lvl="5" marL="2743200" marR="0" rtl="0" algn="l">
              <a:lnSpc>
                <a:spcPct val="115000"/>
              </a:lnSpc>
              <a:spcBef>
                <a:spcPts val="0"/>
              </a:spcBef>
              <a:spcAft>
                <a:spcPts val="0"/>
              </a:spcAft>
              <a:buClr>
                <a:schemeClr val="dk2"/>
              </a:buClr>
              <a:buSzPts val="1400"/>
              <a:buFont typeface="Arial"/>
              <a:buChar char="■"/>
              <a:defRPr b="0" i="0" sz="1400" u="none" cap="none" strike="noStrike">
                <a:solidFill>
                  <a:schemeClr val="dk2"/>
                </a:solidFill>
                <a:latin typeface="Arial"/>
                <a:ea typeface="Arial"/>
                <a:cs typeface="Arial"/>
                <a:sym typeface="Arial"/>
              </a:defRPr>
            </a:lvl6pPr>
            <a:lvl7pPr indent="-317500" lvl="6" marL="3200400" marR="0" rtl="0" algn="l">
              <a:lnSpc>
                <a:spcPct val="115000"/>
              </a:lnSpc>
              <a:spcBef>
                <a:spcPts val="0"/>
              </a:spcBef>
              <a:spcAft>
                <a:spcPts val="0"/>
              </a:spcAft>
              <a:buClr>
                <a:schemeClr val="dk2"/>
              </a:buClr>
              <a:buSzPts val="1400"/>
              <a:buFont typeface="Arial"/>
              <a:buChar char="●"/>
              <a:defRPr b="0" i="0" sz="1400" u="none" cap="none" strike="noStrike">
                <a:solidFill>
                  <a:schemeClr val="dk2"/>
                </a:solidFill>
                <a:latin typeface="Arial"/>
                <a:ea typeface="Arial"/>
                <a:cs typeface="Arial"/>
                <a:sym typeface="Arial"/>
              </a:defRPr>
            </a:lvl7pPr>
            <a:lvl8pPr indent="-317500" lvl="7" marL="3657600" marR="0" rtl="0" algn="l">
              <a:lnSpc>
                <a:spcPct val="115000"/>
              </a:lnSpc>
              <a:spcBef>
                <a:spcPts val="0"/>
              </a:spcBef>
              <a:spcAft>
                <a:spcPts val="0"/>
              </a:spcAft>
              <a:buClr>
                <a:schemeClr val="dk2"/>
              </a:buClr>
              <a:buSzPts val="1400"/>
              <a:buFont typeface="Arial"/>
              <a:buChar char="○"/>
              <a:defRPr b="0" i="0" sz="1400" u="none" cap="none" strike="noStrike">
                <a:solidFill>
                  <a:schemeClr val="dk2"/>
                </a:solidFill>
                <a:latin typeface="Arial"/>
                <a:ea typeface="Arial"/>
                <a:cs typeface="Arial"/>
                <a:sym typeface="Arial"/>
              </a:defRPr>
            </a:lvl8pPr>
            <a:lvl9pPr indent="-317500" lvl="8" marL="4114800" marR="0" rtl="0" algn="l">
              <a:lnSpc>
                <a:spcPct val="115000"/>
              </a:lnSpc>
              <a:spcBef>
                <a:spcPts val="0"/>
              </a:spcBef>
              <a:spcAft>
                <a:spcPts val="0"/>
              </a:spcAft>
              <a:buClr>
                <a:schemeClr val="dk2"/>
              </a:buClr>
              <a:buSzPts val="1400"/>
              <a:buFont typeface="Arial"/>
              <a:buChar char="■"/>
              <a:defRPr b="0" i="0" sz="1400" u="none" cap="none" strike="noStrike">
                <a:solidFill>
                  <a:schemeClr val="dk2"/>
                </a:solidFill>
                <a:latin typeface="Arial"/>
                <a:ea typeface="Arial"/>
                <a:cs typeface="Arial"/>
                <a:sym typeface="Arial"/>
              </a:defRPr>
            </a:lvl9pPr>
          </a:lstStyle>
          <a:p/>
        </p:txBody>
      </p:sp>
      <p:sp>
        <p:nvSpPr>
          <p:cNvPr id="83" name="Google Shape;83;p13"/>
          <p:cNvSpPr txBox="1"/>
          <p:nvPr>
            <p:ph idx="12" type="sldNum"/>
          </p:nvPr>
        </p:nvSpPr>
        <p:spPr>
          <a:xfrm>
            <a:off x="8472458" y="4663217"/>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9pPr>
          </a:lstStyle>
          <a:p>
            <a:pPr indent="0" lvl="0" marL="0" rtl="0" algn="r">
              <a:spcBef>
                <a:spcPts val="0"/>
              </a:spcBef>
              <a:spcAft>
                <a:spcPts val="0"/>
              </a:spcAft>
              <a:buNone/>
            </a:pPr>
            <a:fld id="{00000000-1234-1234-1234-123412341234}" type="slidenum">
              <a:rPr lang="en-GB"/>
              <a:t>‹#›</a:t>
            </a:fld>
            <a:endParaRPr/>
          </a:p>
        </p:txBody>
      </p:sp>
    </p:spTree>
  </p:cSld>
  <p:clrMap accent1="accent1" accent2="accent2" accent3="accent3" accent4="accent4" accent5="accent5" accent6="accent6" bg1="lt1" bg2="dk2" tx1="dk1" tx2="lt2" folHlink="folHlink" hlink="hlink"/>
  <p:sldLayoutIdLst>
    <p:sldLayoutId id="2147483659" r:id="rId1"/>
    <p:sldLayoutId id="2147483660" r:id="rId2"/>
    <p:sldLayoutId id="2147483661" r:id="rId3"/>
    <p:sldLayoutId id="2147483662" r:id="rId4"/>
    <p:sldLayoutId id="2147483663" r:id="rId5"/>
    <p:sldLayoutId id="2147483664" r:id="rId6"/>
    <p:sldLayoutId id="2147483665" r:id="rId7"/>
    <p:sldLayoutId id="2147483666" r:id="rId8"/>
    <p:sldLayoutId id="2147483667" r:id="rId9"/>
    <p:sldLayoutId id="2147483668" r:id="rId10"/>
    <p:sldLayoutId id="2147483669" r:id="rId11"/>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 Id="rId3" Type="http://schemas.openxmlformats.org/officeDocument/2006/relationships/image" Target="../media/image6.png"/><Relationship Id="rId4" Type="http://schemas.openxmlformats.org/officeDocument/2006/relationships/image" Target="../media/image8.png"/></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 Id="rId3" Type="http://schemas.openxmlformats.org/officeDocument/2006/relationships/image" Target="../media/image4.png"/><Relationship Id="rId4" Type="http://schemas.openxmlformats.org/officeDocument/2006/relationships/image" Target="../media/image9.png"/></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 Id="rId3" Type="http://schemas.openxmlformats.org/officeDocument/2006/relationships/image" Target="../media/image5.png"/><Relationship Id="rId4" Type="http://schemas.openxmlformats.org/officeDocument/2006/relationships/image" Target="../media/image7.png"/></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 Id="rId3" Type="http://schemas.openxmlformats.org/officeDocument/2006/relationships/image" Target="../media/image2.png"/><Relationship Id="rId4" Type="http://schemas.openxmlformats.org/officeDocument/2006/relationships/image" Target="../media/image3.png"/><Relationship Id="rId5" Type="http://schemas.openxmlformats.org/officeDocument/2006/relationships/image" Target="../media/image1.png"/></Relationships>
</file>

<file path=ppt/slides/slide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28" name="Shape 128"/>
        <p:cNvGrpSpPr/>
        <p:nvPr/>
      </p:nvGrpSpPr>
      <p:grpSpPr>
        <a:xfrm>
          <a:off x="0" y="0"/>
          <a:ext cx="0" cy="0"/>
          <a:chOff x="0" y="0"/>
          <a:chExt cx="0" cy="0"/>
        </a:xfrm>
      </p:grpSpPr>
      <p:sp>
        <p:nvSpPr>
          <p:cNvPr id="129" name="Google Shape;129;p25"/>
          <p:cNvSpPr txBox="1"/>
          <p:nvPr>
            <p:ph type="ctrTitle"/>
          </p:nvPr>
        </p:nvSpPr>
        <p:spPr>
          <a:xfrm>
            <a:off x="1143000" y="841772"/>
            <a:ext cx="6858000" cy="1790700"/>
          </a:xfrm>
          <a:prstGeom prst="rect">
            <a:avLst/>
          </a:prstGeom>
          <a:noFill/>
          <a:ln>
            <a:noFill/>
          </a:ln>
        </p:spPr>
        <p:txBody>
          <a:bodyPr anchorCtr="0" anchor="b" bIns="34275" lIns="68575" spcFirstLastPara="1" rIns="68575" wrap="square" tIns="34275">
            <a:normAutofit/>
          </a:bodyPr>
          <a:lstStyle/>
          <a:p>
            <a:pPr indent="0" lvl="0" marL="0" rtl="0" algn="ctr">
              <a:lnSpc>
                <a:spcPct val="90000"/>
              </a:lnSpc>
              <a:spcBef>
                <a:spcPts val="0"/>
              </a:spcBef>
              <a:spcAft>
                <a:spcPts val="0"/>
              </a:spcAft>
              <a:buClr>
                <a:schemeClr val="dk1"/>
              </a:buClr>
              <a:buSzPts val="4500"/>
              <a:buFont typeface="Play"/>
              <a:buNone/>
            </a:pPr>
            <a:r>
              <a:rPr lang="en-GB"/>
              <a:t>Game Programming Fundamentals Portfolio</a:t>
            </a:r>
            <a:endParaRPr/>
          </a:p>
        </p:txBody>
      </p:sp>
      <p:sp>
        <p:nvSpPr>
          <p:cNvPr id="130" name="Google Shape;130;p25"/>
          <p:cNvSpPr txBox="1"/>
          <p:nvPr>
            <p:ph idx="1" type="subTitle"/>
          </p:nvPr>
        </p:nvSpPr>
        <p:spPr>
          <a:xfrm>
            <a:off x="1143000" y="2701528"/>
            <a:ext cx="6858000" cy="1241821"/>
          </a:xfrm>
          <a:prstGeom prst="rect">
            <a:avLst/>
          </a:prstGeom>
          <a:noFill/>
          <a:ln>
            <a:noFill/>
          </a:ln>
        </p:spPr>
        <p:txBody>
          <a:bodyPr anchorCtr="0" anchor="t" bIns="34275" lIns="68575" spcFirstLastPara="1" rIns="68575" wrap="square" tIns="34275">
            <a:normAutofit/>
          </a:bodyPr>
          <a:lstStyle/>
          <a:p>
            <a:pPr indent="0" lvl="0" marL="0" rtl="0" algn="ctr">
              <a:lnSpc>
                <a:spcPct val="90000"/>
              </a:lnSpc>
              <a:spcBef>
                <a:spcPts val="0"/>
              </a:spcBef>
              <a:spcAft>
                <a:spcPts val="0"/>
              </a:spcAft>
              <a:buClr>
                <a:schemeClr val="dk1"/>
              </a:buClr>
              <a:buSzPts val="1800"/>
              <a:buNone/>
            </a:pPr>
            <a:r>
              <a:rPr lang="en-GB"/>
              <a:t>Kieran Rowntree (Q2006504)</a:t>
            </a:r>
            <a:endParaRPr/>
          </a:p>
        </p:txBody>
      </p:sp>
    </p:spTree>
  </p:cSld>
  <p:clrMapOvr>
    <a:masterClrMapping/>
  </p:clrMapOvr>
</p:sld>
</file>

<file path=ppt/slides/slide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34" name="Shape 134"/>
        <p:cNvGrpSpPr/>
        <p:nvPr/>
      </p:nvGrpSpPr>
      <p:grpSpPr>
        <a:xfrm>
          <a:off x="0" y="0"/>
          <a:ext cx="0" cy="0"/>
          <a:chOff x="0" y="0"/>
          <a:chExt cx="0" cy="0"/>
        </a:xfrm>
      </p:grpSpPr>
      <p:sp>
        <p:nvSpPr>
          <p:cNvPr id="135" name="Google Shape;135;p26"/>
          <p:cNvSpPr txBox="1"/>
          <p:nvPr>
            <p:ph type="title"/>
          </p:nvPr>
        </p:nvSpPr>
        <p:spPr>
          <a:xfrm>
            <a:off x="0" y="0"/>
            <a:ext cx="9144000" cy="510778"/>
          </a:xfrm>
          <a:prstGeom prst="rect">
            <a:avLst/>
          </a:prstGeom>
          <a:noFill/>
          <a:ln>
            <a:noFill/>
          </a:ln>
        </p:spPr>
        <p:txBody>
          <a:bodyPr anchorCtr="0" anchor="ctr" bIns="34275" lIns="68575" spcFirstLastPara="1" rIns="68575" wrap="square" tIns="34275">
            <a:normAutofit/>
          </a:bodyPr>
          <a:lstStyle/>
          <a:p>
            <a:pPr indent="0" lvl="0" marL="0" rtl="0" algn="ctr">
              <a:lnSpc>
                <a:spcPct val="90000"/>
              </a:lnSpc>
              <a:spcBef>
                <a:spcPts val="0"/>
              </a:spcBef>
              <a:spcAft>
                <a:spcPts val="0"/>
              </a:spcAft>
              <a:buClr>
                <a:schemeClr val="dk1"/>
              </a:buClr>
              <a:buSzPts val="3000"/>
              <a:buFont typeface="Play"/>
              <a:buNone/>
            </a:pPr>
            <a:r>
              <a:rPr lang="en-GB" sz="3000"/>
              <a:t>Weeks 6-9: Maze</a:t>
            </a:r>
            <a:endParaRPr sz="3000"/>
          </a:p>
        </p:txBody>
      </p:sp>
      <p:pic>
        <p:nvPicPr>
          <p:cNvPr id="136" name="Google Shape;136;p26" title="colours.PNG"/>
          <p:cNvPicPr preferRelativeResize="0"/>
          <p:nvPr/>
        </p:nvPicPr>
        <p:blipFill rotWithShape="1">
          <a:blip r:embed="rId3">
            <a:alphaModFix/>
          </a:blip>
          <a:srcRect b="0" l="0" r="0" t="0"/>
          <a:stretch/>
        </p:blipFill>
        <p:spPr>
          <a:xfrm>
            <a:off x="152400" y="663178"/>
            <a:ext cx="3834086" cy="4327922"/>
          </a:xfrm>
          <a:prstGeom prst="rect">
            <a:avLst/>
          </a:prstGeom>
          <a:noFill/>
          <a:ln>
            <a:noFill/>
          </a:ln>
        </p:spPr>
      </p:pic>
      <p:sp>
        <p:nvSpPr>
          <p:cNvPr id="137" name="Google Shape;137;p26"/>
          <p:cNvSpPr txBox="1"/>
          <p:nvPr/>
        </p:nvSpPr>
        <p:spPr>
          <a:xfrm>
            <a:off x="4605600" y="828550"/>
            <a:ext cx="3276900" cy="1089900"/>
          </a:xfrm>
          <a:prstGeom prst="rect">
            <a:avLst/>
          </a:prstGeom>
          <a:noFill/>
          <a:ln>
            <a:noFill/>
          </a:ln>
        </p:spPr>
        <p:txBody>
          <a:bodyPr anchorCtr="0" anchor="t" bIns="91425" lIns="91425" spcFirstLastPara="1" rIns="91425" wrap="square" tIns="91425">
            <a:noAutofit/>
          </a:bodyPr>
          <a:lstStyle/>
          <a:p>
            <a:pPr indent="0" lvl="0" marL="0" marR="0" rtl="0" algn="l">
              <a:lnSpc>
                <a:spcPct val="100000"/>
              </a:lnSpc>
              <a:spcBef>
                <a:spcPts val="0"/>
              </a:spcBef>
              <a:spcAft>
                <a:spcPts val="0"/>
              </a:spcAft>
              <a:buClr>
                <a:srgbClr val="000000"/>
              </a:buClr>
              <a:buSzPts val="1900"/>
              <a:buFont typeface="Arial"/>
              <a:buNone/>
            </a:pPr>
            <a:r>
              <a:rPr lang="en-GB" sz="1000">
                <a:solidFill>
                  <a:schemeClr val="dk1"/>
                </a:solidFill>
              </a:rPr>
              <a:t>I used the letter system to dictate to the maze what color each section would be and what they are. Like ‘w’ is the walls so it will be black and will later be told to have collisions</a:t>
            </a:r>
            <a:endParaRPr b="0" i="0" sz="1000" u="none" cap="none" strike="noStrike">
              <a:solidFill>
                <a:schemeClr val="dk1"/>
              </a:solidFill>
              <a:latin typeface="Arial"/>
              <a:ea typeface="Arial"/>
              <a:cs typeface="Arial"/>
              <a:sym typeface="Arial"/>
            </a:endParaRPr>
          </a:p>
          <a:p>
            <a:pPr indent="0" lvl="0" marL="0" marR="0" rtl="0" algn="l">
              <a:lnSpc>
                <a:spcPct val="100000"/>
              </a:lnSpc>
              <a:spcBef>
                <a:spcPts val="0"/>
              </a:spcBef>
              <a:spcAft>
                <a:spcPts val="0"/>
              </a:spcAft>
              <a:buClr>
                <a:srgbClr val="000000"/>
              </a:buClr>
              <a:buSzPts val="1900"/>
              <a:buFont typeface="Arial"/>
              <a:buNone/>
            </a:pPr>
            <a:r>
              <a:t/>
            </a:r>
            <a:endParaRPr b="0" i="0" sz="1900" u="none" cap="none" strike="noStrike">
              <a:solidFill>
                <a:schemeClr val="dk1"/>
              </a:solidFill>
              <a:latin typeface="Arial"/>
              <a:ea typeface="Arial"/>
              <a:cs typeface="Arial"/>
              <a:sym typeface="Arial"/>
            </a:endParaRPr>
          </a:p>
          <a:p>
            <a:pPr indent="0" lvl="0" marL="0" marR="0" rtl="0" algn="l">
              <a:lnSpc>
                <a:spcPct val="100000"/>
              </a:lnSpc>
              <a:spcBef>
                <a:spcPts val="0"/>
              </a:spcBef>
              <a:spcAft>
                <a:spcPts val="0"/>
              </a:spcAft>
              <a:buClr>
                <a:srgbClr val="000000"/>
              </a:buClr>
              <a:buSzPts val="1900"/>
              <a:buFont typeface="Arial"/>
              <a:buNone/>
            </a:pPr>
            <a:r>
              <a:rPr lang="en-GB" sz="1000">
                <a:solidFill>
                  <a:schemeClr val="dk1"/>
                </a:solidFill>
              </a:rPr>
              <a:t>I made the program locate a valid player if there is one. If found it uses the code above to dictate the colour. Else it would return an </a:t>
            </a:r>
            <a:r>
              <a:rPr lang="en-GB" sz="1000">
                <a:solidFill>
                  <a:schemeClr val="dk1"/>
                </a:solidFill>
              </a:rPr>
              <a:t>error</a:t>
            </a:r>
            <a:r>
              <a:rPr lang="en-GB" sz="1000">
                <a:solidFill>
                  <a:schemeClr val="dk1"/>
                </a:solidFill>
              </a:rPr>
              <a:t> message</a:t>
            </a:r>
            <a:endParaRPr b="0" i="0" sz="1000" u="none" cap="none" strike="noStrike">
              <a:solidFill>
                <a:schemeClr val="dk1"/>
              </a:solidFill>
              <a:latin typeface="Arial"/>
              <a:ea typeface="Arial"/>
              <a:cs typeface="Arial"/>
              <a:sym typeface="Arial"/>
            </a:endParaRPr>
          </a:p>
        </p:txBody>
      </p:sp>
      <p:pic>
        <p:nvPicPr>
          <p:cNvPr id="138" name="Google Shape;138;p26" title="player..PNG"/>
          <p:cNvPicPr preferRelativeResize="0"/>
          <p:nvPr/>
        </p:nvPicPr>
        <p:blipFill rotWithShape="1">
          <a:blip r:embed="rId4">
            <a:alphaModFix/>
          </a:blip>
          <a:srcRect b="0" l="0" r="0" t="0"/>
          <a:stretch/>
        </p:blipFill>
        <p:spPr>
          <a:xfrm>
            <a:off x="4639004" y="2771980"/>
            <a:ext cx="3276900" cy="1972770"/>
          </a:xfrm>
          <a:prstGeom prst="rect">
            <a:avLst/>
          </a:prstGeom>
          <a:noFill/>
          <a:ln>
            <a:noFill/>
          </a:ln>
        </p:spPr>
      </p:pic>
    </p:spTree>
  </p:cSld>
  <p:clrMapOvr>
    <a:masterClrMapping/>
  </p:clrMapOvr>
</p:sld>
</file>

<file path=ppt/slides/slide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42" name="Shape 142"/>
        <p:cNvGrpSpPr/>
        <p:nvPr/>
      </p:nvGrpSpPr>
      <p:grpSpPr>
        <a:xfrm>
          <a:off x="0" y="0"/>
          <a:ext cx="0" cy="0"/>
          <a:chOff x="0" y="0"/>
          <a:chExt cx="0" cy="0"/>
        </a:xfrm>
      </p:grpSpPr>
      <p:pic>
        <p:nvPicPr>
          <p:cNvPr id="143" name="Google Shape;143;p27" title="Movement.PNG"/>
          <p:cNvPicPr preferRelativeResize="0"/>
          <p:nvPr/>
        </p:nvPicPr>
        <p:blipFill rotWithShape="1">
          <a:blip r:embed="rId3">
            <a:alphaModFix/>
          </a:blip>
          <a:srcRect b="0" l="0" r="0" t="0"/>
          <a:stretch/>
        </p:blipFill>
        <p:spPr>
          <a:xfrm>
            <a:off x="4791075" y="152400"/>
            <a:ext cx="4352925" cy="4838700"/>
          </a:xfrm>
          <a:prstGeom prst="rect">
            <a:avLst/>
          </a:prstGeom>
          <a:noFill/>
          <a:ln>
            <a:noFill/>
          </a:ln>
        </p:spPr>
      </p:pic>
      <p:pic>
        <p:nvPicPr>
          <p:cNvPr id="144" name="Google Shape;144;p27" title="wall.PNG"/>
          <p:cNvPicPr preferRelativeResize="0"/>
          <p:nvPr/>
        </p:nvPicPr>
        <p:blipFill rotWithShape="1">
          <a:blip r:embed="rId4">
            <a:alphaModFix/>
          </a:blip>
          <a:srcRect b="0" l="0" r="0" t="0"/>
          <a:stretch/>
        </p:blipFill>
        <p:spPr>
          <a:xfrm>
            <a:off x="540550" y="3750300"/>
            <a:ext cx="3133725" cy="1152525"/>
          </a:xfrm>
          <a:prstGeom prst="rect">
            <a:avLst/>
          </a:prstGeom>
          <a:noFill/>
          <a:ln>
            <a:noFill/>
          </a:ln>
        </p:spPr>
      </p:pic>
      <p:sp>
        <p:nvSpPr>
          <p:cNvPr id="145" name="Google Shape;145;p27"/>
          <p:cNvSpPr txBox="1"/>
          <p:nvPr/>
        </p:nvSpPr>
        <p:spPr>
          <a:xfrm>
            <a:off x="272400" y="567325"/>
            <a:ext cx="4299600" cy="2401200"/>
          </a:xfrm>
          <a:prstGeom prst="rect">
            <a:avLst/>
          </a:prstGeom>
          <a:noFill/>
          <a:ln>
            <a:noFill/>
          </a:ln>
        </p:spPr>
        <p:txBody>
          <a:bodyPr anchorCtr="0" anchor="t" bIns="91425" lIns="91425" spcFirstLastPara="1" rIns="91425" wrap="square" tIns="91425">
            <a:spAutoFit/>
          </a:bodyPr>
          <a:lstStyle/>
          <a:p>
            <a:pPr indent="0" lvl="0" marL="0" marR="0" rtl="0" algn="l">
              <a:lnSpc>
                <a:spcPct val="100000"/>
              </a:lnSpc>
              <a:spcBef>
                <a:spcPts val="0"/>
              </a:spcBef>
              <a:spcAft>
                <a:spcPts val="0"/>
              </a:spcAft>
              <a:buClr>
                <a:srgbClr val="000000"/>
              </a:buClr>
              <a:buSzPts val="2100"/>
              <a:buFont typeface="Arial"/>
              <a:buNone/>
            </a:pPr>
            <a:r>
              <a:rPr lang="en-GB" sz="1600">
                <a:solidFill>
                  <a:schemeClr val="dk1"/>
                </a:solidFill>
              </a:rPr>
              <a:t>The right section of code is the player movement system. It added functionality to the directional buttons. It also checks if the space is a </a:t>
            </a:r>
            <a:r>
              <a:rPr lang="en-GB" sz="1600">
                <a:solidFill>
                  <a:schemeClr val="dk1"/>
                </a:solidFill>
              </a:rPr>
              <a:t>navigable</a:t>
            </a:r>
            <a:r>
              <a:rPr lang="en-GB" sz="1600">
                <a:solidFill>
                  <a:schemeClr val="dk1"/>
                </a:solidFill>
              </a:rPr>
              <a:t> tile.</a:t>
            </a:r>
            <a:endParaRPr sz="1600">
              <a:solidFill>
                <a:schemeClr val="dk1"/>
              </a:solidFill>
            </a:endParaRPr>
          </a:p>
          <a:p>
            <a:pPr indent="0" lvl="0" marL="0" marR="0" rtl="0" algn="l">
              <a:lnSpc>
                <a:spcPct val="100000"/>
              </a:lnSpc>
              <a:spcBef>
                <a:spcPts val="0"/>
              </a:spcBef>
              <a:spcAft>
                <a:spcPts val="0"/>
              </a:spcAft>
              <a:buClr>
                <a:srgbClr val="000000"/>
              </a:buClr>
              <a:buSzPts val="2100"/>
              <a:buFont typeface="Arial"/>
              <a:buNone/>
            </a:pPr>
            <a:r>
              <a:t/>
            </a:r>
            <a:endParaRPr sz="1600">
              <a:solidFill>
                <a:schemeClr val="dk1"/>
              </a:solidFill>
            </a:endParaRPr>
          </a:p>
          <a:p>
            <a:pPr indent="0" lvl="0" marL="0" marR="0" rtl="0" algn="l">
              <a:lnSpc>
                <a:spcPct val="100000"/>
              </a:lnSpc>
              <a:spcBef>
                <a:spcPts val="0"/>
              </a:spcBef>
              <a:spcAft>
                <a:spcPts val="0"/>
              </a:spcAft>
              <a:buClr>
                <a:srgbClr val="000000"/>
              </a:buClr>
              <a:buSzPts val="2100"/>
              <a:buFont typeface="Arial"/>
              <a:buNone/>
            </a:pPr>
            <a:r>
              <a:rPr lang="en-GB" sz="1600">
                <a:solidFill>
                  <a:schemeClr val="dk1"/>
                </a:solidFill>
              </a:rPr>
              <a:t>The bottom image is the code which expands on the colour system telling ‘w’ that it is a wall, and therefore needs </a:t>
            </a:r>
            <a:r>
              <a:rPr lang="en-GB" sz="1600">
                <a:solidFill>
                  <a:schemeClr val="dk1"/>
                </a:solidFill>
              </a:rPr>
              <a:t>collision and is not a navigable tile.</a:t>
            </a:r>
            <a:endParaRPr sz="1600">
              <a:solidFill>
                <a:schemeClr val="dk1"/>
              </a:solidFill>
            </a:endParaRPr>
          </a:p>
        </p:txBody>
      </p:sp>
    </p:spTree>
  </p:cSld>
  <p:clrMapOvr>
    <a:masterClrMapping/>
  </p:clrMapOvr>
</p:sld>
</file>

<file path=ppt/slides/slide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49" name="Shape 149"/>
        <p:cNvGrpSpPr/>
        <p:nvPr/>
      </p:nvGrpSpPr>
      <p:grpSpPr>
        <a:xfrm>
          <a:off x="0" y="0"/>
          <a:ext cx="0" cy="0"/>
          <a:chOff x="0" y="0"/>
          <a:chExt cx="0" cy="0"/>
        </a:xfrm>
      </p:grpSpPr>
      <p:pic>
        <p:nvPicPr>
          <p:cNvPr id="150" name="Google Shape;150;p28" title="free cell.PNG"/>
          <p:cNvPicPr preferRelativeResize="0"/>
          <p:nvPr/>
        </p:nvPicPr>
        <p:blipFill rotWithShape="1">
          <a:blip r:embed="rId3">
            <a:alphaModFix/>
          </a:blip>
          <a:srcRect b="0" l="0" r="0" t="0"/>
          <a:stretch/>
        </p:blipFill>
        <p:spPr>
          <a:xfrm>
            <a:off x="152400" y="152400"/>
            <a:ext cx="3906075" cy="1585750"/>
          </a:xfrm>
          <a:prstGeom prst="rect">
            <a:avLst/>
          </a:prstGeom>
          <a:noFill/>
          <a:ln>
            <a:noFill/>
          </a:ln>
        </p:spPr>
      </p:pic>
      <p:pic>
        <p:nvPicPr>
          <p:cNvPr id="151" name="Google Shape;151;p28" title="point taken.PNG"/>
          <p:cNvPicPr preferRelativeResize="0"/>
          <p:nvPr/>
        </p:nvPicPr>
        <p:blipFill rotWithShape="1">
          <a:blip r:embed="rId4">
            <a:alphaModFix/>
          </a:blip>
          <a:srcRect b="0" l="0" r="0" t="0"/>
          <a:stretch/>
        </p:blipFill>
        <p:spPr>
          <a:xfrm>
            <a:off x="152400" y="2010137"/>
            <a:ext cx="3906076" cy="2402700"/>
          </a:xfrm>
          <a:prstGeom prst="rect">
            <a:avLst/>
          </a:prstGeom>
          <a:noFill/>
          <a:ln>
            <a:noFill/>
          </a:ln>
        </p:spPr>
      </p:pic>
      <p:sp>
        <p:nvSpPr>
          <p:cNvPr id="152" name="Google Shape;152;p28"/>
          <p:cNvSpPr txBox="1"/>
          <p:nvPr/>
        </p:nvSpPr>
        <p:spPr>
          <a:xfrm>
            <a:off x="4424900" y="217025"/>
            <a:ext cx="3990900" cy="2447400"/>
          </a:xfrm>
          <a:prstGeom prst="rect">
            <a:avLst/>
          </a:prstGeom>
          <a:noFill/>
          <a:ln>
            <a:noFill/>
          </a:ln>
        </p:spPr>
        <p:txBody>
          <a:bodyPr anchorCtr="0" anchor="t" bIns="91425" lIns="91425" spcFirstLastPara="1" rIns="91425" wrap="square" tIns="91425">
            <a:spAutoFit/>
          </a:bodyPr>
          <a:lstStyle/>
          <a:p>
            <a:pPr indent="0" lvl="0" marL="0" marR="0" rtl="0" algn="l">
              <a:lnSpc>
                <a:spcPct val="100000"/>
              </a:lnSpc>
              <a:spcBef>
                <a:spcPts val="0"/>
              </a:spcBef>
              <a:spcAft>
                <a:spcPts val="0"/>
              </a:spcAft>
              <a:buClr>
                <a:srgbClr val="000000"/>
              </a:buClr>
              <a:buSzPts val="2100"/>
              <a:buFont typeface="Arial"/>
              <a:buNone/>
            </a:pPr>
            <a:r>
              <a:rPr lang="en-GB" sz="2100">
                <a:solidFill>
                  <a:schemeClr val="dk1"/>
                </a:solidFill>
              </a:rPr>
              <a:t>This code detects once the player has reached the goal ‘g’. It will then output the time taken in seconds into the terminal. Then it will find a free navigable tile and move the goal there, allowing the game to continue.</a:t>
            </a:r>
            <a:endParaRPr b="0" i="0" sz="2100" u="none" cap="none" strike="noStrike">
              <a:solidFill>
                <a:schemeClr val="dk1"/>
              </a:solidFill>
              <a:latin typeface="Arial"/>
              <a:ea typeface="Arial"/>
              <a:cs typeface="Arial"/>
              <a:sym typeface="Arial"/>
            </a:endParaRPr>
          </a:p>
        </p:txBody>
      </p:sp>
    </p:spTree>
  </p:cSld>
  <p:clrMapOvr>
    <a:masterClrMapping/>
  </p:clrMapOvr>
</p:sld>
</file>

<file path=ppt/slides/slide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56" name="Shape 156"/>
        <p:cNvGrpSpPr/>
        <p:nvPr/>
      </p:nvGrpSpPr>
      <p:grpSpPr>
        <a:xfrm>
          <a:off x="0" y="0"/>
          <a:ext cx="0" cy="0"/>
          <a:chOff x="0" y="0"/>
          <a:chExt cx="0" cy="0"/>
        </a:xfrm>
      </p:grpSpPr>
      <p:sp>
        <p:nvSpPr>
          <p:cNvPr id="157" name="Google Shape;157;p29"/>
          <p:cNvSpPr txBox="1"/>
          <p:nvPr>
            <p:ph type="title"/>
          </p:nvPr>
        </p:nvSpPr>
        <p:spPr>
          <a:xfrm>
            <a:off x="628650" y="0"/>
            <a:ext cx="7886700" cy="582900"/>
          </a:xfrm>
          <a:prstGeom prst="rect">
            <a:avLst/>
          </a:prstGeom>
        </p:spPr>
        <p:txBody>
          <a:bodyPr anchorCtr="0" anchor="ctr" bIns="34275" lIns="68575" spcFirstLastPara="1" rIns="68575" wrap="square" tIns="34275">
            <a:normAutofit/>
          </a:bodyPr>
          <a:lstStyle/>
          <a:p>
            <a:pPr indent="0" lvl="0" marL="0" rtl="0" algn="ctr">
              <a:spcBef>
                <a:spcPts val="0"/>
              </a:spcBef>
              <a:spcAft>
                <a:spcPts val="0"/>
              </a:spcAft>
              <a:buNone/>
            </a:pPr>
            <a:r>
              <a:rPr lang="en-GB"/>
              <a:t>Week 10: Circle classes</a:t>
            </a:r>
            <a:endParaRPr/>
          </a:p>
        </p:txBody>
      </p:sp>
      <p:pic>
        <p:nvPicPr>
          <p:cNvPr id="158" name="Google Shape;158;p29" title="circleclass.PNG"/>
          <p:cNvPicPr preferRelativeResize="0"/>
          <p:nvPr/>
        </p:nvPicPr>
        <p:blipFill>
          <a:blip r:embed="rId3">
            <a:alphaModFix/>
          </a:blip>
          <a:stretch>
            <a:fillRect/>
          </a:stretch>
        </p:blipFill>
        <p:spPr>
          <a:xfrm>
            <a:off x="254125" y="618375"/>
            <a:ext cx="2188050" cy="1865276"/>
          </a:xfrm>
          <a:prstGeom prst="rect">
            <a:avLst/>
          </a:prstGeom>
          <a:noFill/>
          <a:ln>
            <a:noFill/>
          </a:ln>
        </p:spPr>
      </p:pic>
      <p:sp>
        <p:nvSpPr>
          <p:cNvPr id="159" name="Google Shape;159;p29"/>
          <p:cNvSpPr txBox="1"/>
          <p:nvPr/>
        </p:nvSpPr>
        <p:spPr>
          <a:xfrm>
            <a:off x="4784325" y="836925"/>
            <a:ext cx="3731100" cy="3776400"/>
          </a:xfrm>
          <a:prstGeom prst="rect">
            <a:avLst/>
          </a:prstGeom>
          <a:noFill/>
          <a:ln>
            <a:noFill/>
          </a:ln>
        </p:spPr>
        <p:txBody>
          <a:bodyPr anchorCtr="0" anchor="t" bIns="91425" lIns="91425" spcFirstLastPara="1" rIns="91425" wrap="square" tIns="91425">
            <a:noAutofit/>
          </a:bodyPr>
          <a:lstStyle/>
          <a:p>
            <a:pPr indent="0" lvl="0" marL="0" rtl="0" algn="l">
              <a:spcBef>
                <a:spcPts val="0"/>
              </a:spcBef>
              <a:spcAft>
                <a:spcPts val="0"/>
              </a:spcAft>
              <a:buNone/>
            </a:pPr>
            <a:r>
              <a:rPr lang="en-GB">
                <a:solidFill>
                  <a:schemeClr val="dk1"/>
                </a:solidFill>
              </a:rPr>
              <a:t>I set up circles as their own public class, making the colours private and used getters for full encapsulation.</a:t>
            </a:r>
            <a:endParaRPr>
              <a:solidFill>
                <a:schemeClr val="dk1"/>
              </a:solidFill>
            </a:endParaRPr>
          </a:p>
          <a:p>
            <a:pPr indent="0" lvl="0" marL="0" rtl="0" algn="l">
              <a:spcBef>
                <a:spcPts val="0"/>
              </a:spcBef>
              <a:spcAft>
                <a:spcPts val="0"/>
              </a:spcAft>
              <a:buNone/>
            </a:pPr>
            <a:r>
              <a:t/>
            </a:r>
            <a:endParaRPr>
              <a:solidFill>
                <a:schemeClr val="dk1"/>
              </a:solidFill>
            </a:endParaRPr>
          </a:p>
          <a:p>
            <a:pPr indent="0" lvl="0" marL="0" rtl="0" algn="l">
              <a:spcBef>
                <a:spcPts val="0"/>
              </a:spcBef>
              <a:spcAft>
                <a:spcPts val="0"/>
              </a:spcAft>
              <a:buNone/>
            </a:pPr>
            <a:r>
              <a:rPr lang="en-GB">
                <a:solidFill>
                  <a:schemeClr val="dk1"/>
                </a:solidFill>
              </a:rPr>
              <a:t>I also made use of constructors for the spawning of the circles.</a:t>
            </a:r>
            <a:endParaRPr>
              <a:solidFill>
                <a:schemeClr val="dk1"/>
              </a:solidFill>
            </a:endParaRPr>
          </a:p>
          <a:p>
            <a:pPr indent="0" lvl="0" marL="0" rtl="0" algn="l">
              <a:spcBef>
                <a:spcPts val="0"/>
              </a:spcBef>
              <a:spcAft>
                <a:spcPts val="0"/>
              </a:spcAft>
              <a:buNone/>
            </a:pPr>
            <a:r>
              <a:t/>
            </a:r>
            <a:endParaRPr>
              <a:solidFill>
                <a:schemeClr val="dk1"/>
              </a:solidFill>
            </a:endParaRPr>
          </a:p>
          <a:p>
            <a:pPr indent="0" lvl="0" marL="0" rtl="0" algn="l">
              <a:spcBef>
                <a:spcPts val="0"/>
              </a:spcBef>
              <a:spcAft>
                <a:spcPts val="0"/>
              </a:spcAft>
              <a:buNone/>
            </a:pPr>
            <a:r>
              <a:rPr lang="en-GB">
                <a:solidFill>
                  <a:schemeClr val="dk1"/>
                </a:solidFill>
              </a:rPr>
              <a:t>I </a:t>
            </a:r>
            <a:r>
              <a:rPr lang="en-GB">
                <a:solidFill>
                  <a:schemeClr val="dk1"/>
                </a:solidFill>
              </a:rPr>
              <a:t>implemented</a:t>
            </a:r>
            <a:r>
              <a:rPr lang="en-GB">
                <a:solidFill>
                  <a:schemeClr val="dk1"/>
                </a:solidFill>
              </a:rPr>
              <a:t> the use of holding the right mouse button to spawn many circles</a:t>
            </a:r>
            <a:endParaRPr>
              <a:solidFill>
                <a:schemeClr val="dk1"/>
              </a:solidFill>
            </a:endParaRPr>
          </a:p>
        </p:txBody>
      </p:sp>
      <p:pic>
        <p:nvPicPr>
          <p:cNvPr id="160" name="Google Shape;160;p29" title="constructor.PNG"/>
          <p:cNvPicPr preferRelativeResize="0"/>
          <p:nvPr/>
        </p:nvPicPr>
        <p:blipFill>
          <a:blip r:embed="rId4">
            <a:alphaModFix/>
          </a:blip>
          <a:stretch>
            <a:fillRect/>
          </a:stretch>
        </p:blipFill>
        <p:spPr>
          <a:xfrm>
            <a:off x="254130" y="2493800"/>
            <a:ext cx="3031135" cy="1243575"/>
          </a:xfrm>
          <a:prstGeom prst="rect">
            <a:avLst/>
          </a:prstGeom>
          <a:noFill/>
          <a:ln>
            <a:noFill/>
          </a:ln>
        </p:spPr>
      </p:pic>
      <p:pic>
        <p:nvPicPr>
          <p:cNvPr id="161" name="Google Shape;161;p29" title="rightclick.PNG"/>
          <p:cNvPicPr preferRelativeResize="0"/>
          <p:nvPr/>
        </p:nvPicPr>
        <p:blipFill>
          <a:blip r:embed="rId5">
            <a:alphaModFix/>
          </a:blip>
          <a:stretch>
            <a:fillRect/>
          </a:stretch>
        </p:blipFill>
        <p:spPr>
          <a:xfrm>
            <a:off x="152400" y="3747525"/>
            <a:ext cx="4008069" cy="1243575"/>
          </a:xfrm>
          <a:prstGeom prst="rect">
            <a:avLst/>
          </a:prstGeom>
          <a:noFill/>
          <a:ln>
            <a:noFill/>
          </a:ln>
        </p:spPr>
      </p:pic>
    </p:spTree>
  </p:cSld>
  <p:clrMapOvr>
    <a:masterClrMapping/>
  </p:clrMapOvr>
</p:sld>
</file>

<file path=ppt/theme/theme1.xml><?xml version="1.0" encoding="utf-8"?>
<a:theme xmlns:a="http://schemas.openxmlformats.org/drawingml/2006/main" xmlns:r="http://schemas.openxmlformats.org/officeDocument/2006/relationships">
  <a:themeElements>
    <a:clrScheme name="Default">
      <a:dk1>
        <a:srgbClr val="000000"/>
      </a:dk1>
      <a:lt1>
        <a:srgbClr val="FFFFFF"/>
      </a:lt1>
      <a:dk2>
        <a:srgbClr val="158158"/>
      </a:dk2>
      <a:lt2>
        <a:srgbClr val="F3F3F3"/>
      </a:lt2>
      <a:accent1>
        <a:srgbClr val="058DC7"/>
      </a:accent1>
      <a:accent2>
        <a:srgbClr val="50B432"/>
      </a:accent2>
      <a:accent3>
        <a:srgbClr val="ED561B"/>
      </a:accent3>
      <a:accent4>
        <a:srgbClr val="EDEF00"/>
      </a:accent4>
      <a:accent5>
        <a:srgbClr val="24CBE5"/>
      </a:accent5>
      <a:accent6>
        <a:srgbClr val="64E572"/>
      </a:accent6>
      <a:hlink>
        <a:srgbClr val="2200CC"/>
      </a:hlink>
      <a:folHlink>
        <a:srgbClr val="551A8B"/>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name="Simple Light">
  <a:themeElements>
    <a:clrScheme name="Simple Light">
      <a:dk1>
        <a:srgbClr val="000000"/>
      </a:dk1>
      <a:lt1>
        <a:srgbClr val="FFFFFF"/>
      </a:lt1>
      <a:dk2>
        <a:srgbClr val="595959"/>
      </a:dk2>
      <a:lt2>
        <a:srgbClr val="EEEEEE"/>
      </a:lt2>
      <a:accent1>
        <a:srgbClr val="4285F4"/>
      </a:accent1>
      <a:accent2>
        <a:srgbClr val="212121"/>
      </a:accent2>
      <a:accent3>
        <a:srgbClr val="78909C"/>
      </a:accent3>
      <a:accent4>
        <a:srgbClr val="FFAB40"/>
      </a:accent4>
      <a:accent5>
        <a:srgbClr val="0097A7"/>
      </a:accent5>
      <a:accent6>
        <a:srgbClr val="EEFF41"/>
      </a:accent6>
      <a:hlink>
        <a:srgbClr val="0097A7"/>
      </a:hlink>
      <a:folHlink>
        <a:srgbClr val="0097A7"/>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3.xml><?xml version="1.0" encoding="utf-8"?>
<a:theme xmlns:a="http://schemas.openxmlformats.org/drawingml/2006/main" xmlns:r="http://schemas.openxmlformats.org/officeDocument/2006/relationships" name="Office Theme">
  <a:themeElements>
    <a:clrScheme name="Office">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